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25"/>
  </p:notesMasterIdLst>
  <p:sldIdLst>
    <p:sldId id="256" r:id="rId2"/>
    <p:sldId id="258" r:id="rId3"/>
    <p:sldId id="259" r:id="rId4"/>
    <p:sldId id="326" r:id="rId5"/>
    <p:sldId id="325" r:id="rId6"/>
    <p:sldId id="260" r:id="rId7"/>
    <p:sldId id="304" r:id="rId8"/>
    <p:sldId id="305" r:id="rId9"/>
    <p:sldId id="309" r:id="rId10"/>
    <p:sldId id="262" r:id="rId11"/>
    <p:sldId id="327" r:id="rId12"/>
    <p:sldId id="328" r:id="rId13"/>
    <p:sldId id="329" r:id="rId14"/>
    <p:sldId id="315" r:id="rId15"/>
    <p:sldId id="330" r:id="rId16"/>
    <p:sldId id="314" r:id="rId17"/>
    <p:sldId id="331" r:id="rId18"/>
    <p:sldId id="320" r:id="rId19"/>
    <p:sldId id="324" r:id="rId20"/>
    <p:sldId id="316" r:id="rId21"/>
    <p:sldId id="323" r:id="rId22"/>
    <p:sldId id="322" r:id="rId23"/>
    <p:sldId id="319" r:id="rId24"/>
  </p:sldIdLst>
  <p:sldSz cx="9144000" cy="5143500" type="screen16x9"/>
  <p:notesSz cx="6858000" cy="9144000"/>
  <p:embeddedFontLst>
    <p:embeddedFont>
      <p:font typeface="Barlow Semi Condensed" panose="00000506000000000000" pitchFamily="2" charset="-18"/>
      <p:regular r:id="rId26"/>
      <p:bold r:id="rId27"/>
      <p:italic r:id="rId28"/>
      <p:boldItalic r:id="rId29"/>
    </p:embeddedFont>
    <p:embeddedFont>
      <p:font typeface="Barlow Semi Condensed Medium" panose="00000606000000000000" pitchFamily="2" charset="-18"/>
      <p:regular r:id="rId30"/>
      <p:bold r:id="rId31"/>
      <p:italic r:id="rId32"/>
      <p:boldItalic r:id="rId33"/>
    </p:embeddedFont>
    <p:embeddedFont>
      <p:font typeface="Fjalla One" panose="02000506040000020004" pitchFamily="2" charset="0"/>
      <p:regular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7A869D5-1686-48AF-9C9D-27391A2BE2EA}">
  <a:tblStyle styleId="{B7A869D5-1686-48AF-9C9D-27391A2BE2E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9" d="100"/>
          <a:sy n="79" d="100"/>
        </p:scale>
        <p:origin x="108" y="10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6"/>
        <p:cNvGrpSpPr/>
        <p:nvPr/>
      </p:nvGrpSpPr>
      <p:grpSpPr>
        <a:xfrm>
          <a:off x="0" y="0"/>
          <a:ext cx="0" cy="0"/>
          <a:chOff x="0" y="0"/>
          <a:chExt cx="0" cy="0"/>
        </a:xfrm>
      </p:grpSpPr>
      <p:sp>
        <p:nvSpPr>
          <p:cNvPr id="1687" name="Google Shape;168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8" name="Google Shape;168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2"/>
        <p:cNvGrpSpPr/>
        <p:nvPr/>
      </p:nvGrpSpPr>
      <p:grpSpPr>
        <a:xfrm>
          <a:off x="0" y="0"/>
          <a:ext cx="0" cy="0"/>
          <a:chOff x="0" y="0"/>
          <a:chExt cx="0" cy="0"/>
        </a:xfrm>
      </p:grpSpPr>
      <p:sp>
        <p:nvSpPr>
          <p:cNvPr id="1893" name="Google Shape;1893;g804e9800b4_0_8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4" name="Google Shape;1894;g804e9800b4_0_8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E4264197-493D-C3C9-AE53-6366D2244466}"/>
            </a:ext>
          </a:extLst>
        </p:cNvPr>
        <p:cNvGrpSpPr/>
        <p:nvPr/>
      </p:nvGrpSpPr>
      <p:grpSpPr>
        <a:xfrm>
          <a:off x="0" y="0"/>
          <a:ext cx="0" cy="0"/>
          <a:chOff x="0" y="0"/>
          <a:chExt cx="0" cy="0"/>
        </a:xfrm>
      </p:grpSpPr>
      <p:sp>
        <p:nvSpPr>
          <p:cNvPr id="2180" name="Google Shape;2180;g804e9800b4_0_1151:notes">
            <a:extLst>
              <a:ext uri="{FF2B5EF4-FFF2-40B4-BE49-F238E27FC236}">
                <a16:creationId xmlns:a16="http://schemas.microsoft.com/office/drawing/2014/main" id="{7983DC81-5934-E9D1-3A85-EF40D1CE79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804e9800b4_0_1151:notes">
            <a:extLst>
              <a:ext uri="{FF2B5EF4-FFF2-40B4-BE49-F238E27FC236}">
                <a16:creationId xmlns:a16="http://schemas.microsoft.com/office/drawing/2014/main" id="{0C864E80-3BE2-9166-10EA-21BD7E7E55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4041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a:extLst>
            <a:ext uri="{FF2B5EF4-FFF2-40B4-BE49-F238E27FC236}">
              <a16:creationId xmlns:a16="http://schemas.microsoft.com/office/drawing/2014/main" id="{D8C55470-AB40-7EC1-EDA1-29F694F9D9B0}"/>
            </a:ext>
          </a:extLst>
        </p:cNvPr>
        <p:cNvGrpSpPr/>
        <p:nvPr/>
      </p:nvGrpSpPr>
      <p:grpSpPr>
        <a:xfrm>
          <a:off x="0" y="0"/>
          <a:ext cx="0" cy="0"/>
          <a:chOff x="0" y="0"/>
          <a:chExt cx="0" cy="0"/>
        </a:xfrm>
      </p:grpSpPr>
      <p:sp>
        <p:nvSpPr>
          <p:cNvPr id="2152" name="Google Shape;2152;g8714a43093_3_952:notes">
            <a:extLst>
              <a:ext uri="{FF2B5EF4-FFF2-40B4-BE49-F238E27FC236}">
                <a16:creationId xmlns:a16="http://schemas.microsoft.com/office/drawing/2014/main" id="{C817A3F6-B29B-6D96-A5B0-AFE544B8A0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a:extLst>
              <a:ext uri="{FF2B5EF4-FFF2-40B4-BE49-F238E27FC236}">
                <a16:creationId xmlns:a16="http://schemas.microsoft.com/office/drawing/2014/main" id="{A82E250B-2084-103E-A002-DD2A01DC44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46903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8"/>
        <p:cNvGrpSpPr/>
        <p:nvPr/>
      </p:nvGrpSpPr>
      <p:grpSpPr>
        <a:xfrm>
          <a:off x="0" y="0"/>
          <a:ext cx="0" cy="0"/>
          <a:chOff x="0" y="0"/>
          <a:chExt cx="0" cy="0"/>
        </a:xfrm>
      </p:grpSpPr>
      <p:sp>
        <p:nvSpPr>
          <p:cNvPr id="2159" name="Google Shape;2159;g804e9800b4_0_1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0" name="Google Shape;2160;g804e9800b4_0_1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300144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p:cNvGrpSpPr/>
        <p:nvPr/>
      </p:nvGrpSpPr>
      <p:grpSpPr>
        <a:xfrm>
          <a:off x="0" y="0"/>
          <a:ext cx="0" cy="0"/>
          <a:chOff x="0" y="0"/>
          <a:chExt cx="0" cy="0"/>
        </a:xfrm>
      </p:grpSpPr>
      <p:sp>
        <p:nvSpPr>
          <p:cNvPr id="2180" name="Google Shape;2180;g804e9800b4_0_1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804e9800b4_0_1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36144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25493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0"/>
        <p:cNvGrpSpPr/>
        <p:nvPr/>
      </p:nvGrpSpPr>
      <p:grpSpPr>
        <a:xfrm>
          <a:off x="0" y="0"/>
          <a:ext cx="0" cy="0"/>
          <a:chOff x="0" y="0"/>
          <a:chExt cx="0" cy="0"/>
        </a:xfrm>
      </p:grpSpPr>
      <p:sp>
        <p:nvSpPr>
          <p:cNvPr id="2221" name="Google Shape;2221;g804e9800b4_0_1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2" name="Google Shape;2222;g804e9800b4_0_1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3142EA98-6C95-8699-9493-011640039081}"/>
            </a:ext>
          </a:extLst>
        </p:cNvPr>
        <p:cNvGrpSpPr/>
        <p:nvPr/>
      </p:nvGrpSpPr>
      <p:grpSpPr>
        <a:xfrm>
          <a:off x="0" y="0"/>
          <a:ext cx="0" cy="0"/>
          <a:chOff x="0" y="0"/>
          <a:chExt cx="0" cy="0"/>
        </a:xfrm>
      </p:grpSpPr>
      <p:sp>
        <p:nvSpPr>
          <p:cNvPr id="2180" name="Google Shape;2180;g804e9800b4_0_1151:notes">
            <a:extLst>
              <a:ext uri="{FF2B5EF4-FFF2-40B4-BE49-F238E27FC236}">
                <a16:creationId xmlns:a16="http://schemas.microsoft.com/office/drawing/2014/main" id="{6F0A0D50-9E52-5C61-0D63-4477694D81D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804e9800b4_0_1151:notes">
            <a:extLst>
              <a:ext uri="{FF2B5EF4-FFF2-40B4-BE49-F238E27FC236}">
                <a16:creationId xmlns:a16="http://schemas.microsoft.com/office/drawing/2014/main" id="{D32839BB-4C58-783A-158C-1E5F27AF4C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257615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a:extLst>
            <a:ext uri="{FF2B5EF4-FFF2-40B4-BE49-F238E27FC236}">
              <a16:creationId xmlns:a16="http://schemas.microsoft.com/office/drawing/2014/main" id="{D8F49675-FA8B-65EF-0711-79BC1C364153}"/>
            </a:ext>
          </a:extLst>
        </p:cNvPr>
        <p:cNvGrpSpPr/>
        <p:nvPr/>
      </p:nvGrpSpPr>
      <p:grpSpPr>
        <a:xfrm>
          <a:off x="0" y="0"/>
          <a:ext cx="0" cy="0"/>
          <a:chOff x="0" y="0"/>
          <a:chExt cx="0" cy="0"/>
        </a:xfrm>
      </p:grpSpPr>
      <p:sp>
        <p:nvSpPr>
          <p:cNvPr id="2152" name="Google Shape;2152;g8714a43093_3_952:notes">
            <a:extLst>
              <a:ext uri="{FF2B5EF4-FFF2-40B4-BE49-F238E27FC236}">
                <a16:creationId xmlns:a16="http://schemas.microsoft.com/office/drawing/2014/main" id="{E09C3284-1E86-FFBE-F49A-E56EF10D91A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a:extLst>
              <a:ext uri="{FF2B5EF4-FFF2-40B4-BE49-F238E27FC236}">
                <a16:creationId xmlns:a16="http://schemas.microsoft.com/office/drawing/2014/main" id="{0F79EAB0-84BB-EA4B-8E0B-BE83602DEC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43468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000C7CCE-5096-07A1-2F1E-1C632F00068D}"/>
            </a:ext>
          </a:extLst>
        </p:cNvPr>
        <p:cNvGrpSpPr/>
        <p:nvPr/>
      </p:nvGrpSpPr>
      <p:grpSpPr>
        <a:xfrm>
          <a:off x="0" y="0"/>
          <a:ext cx="0" cy="0"/>
          <a:chOff x="0" y="0"/>
          <a:chExt cx="0" cy="0"/>
        </a:xfrm>
      </p:grpSpPr>
      <p:sp>
        <p:nvSpPr>
          <p:cNvPr id="2180" name="Google Shape;2180;g804e9800b4_0_1151:notes">
            <a:extLst>
              <a:ext uri="{FF2B5EF4-FFF2-40B4-BE49-F238E27FC236}">
                <a16:creationId xmlns:a16="http://schemas.microsoft.com/office/drawing/2014/main" id="{EE7186DD-0EB1-581A-1D58-E90261E642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804e9800b4_0_1151:notes">
            <a:extLst>
              <a:ext uri="{FF2B5EF4-FFF2-40B4-BE49-F238E27FC236}">
                <a16:creationId xmlns:a16="http://schemas.microsoft.com/office/drawing/2014/main" id="{0BA8D455-322B-92D9-EBF6-F4973548E50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37829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06712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4F6EE580-E859-30F9-C41D-17CBF61856FD}"/>
            </a:ext>
          </a:extLst>
        </p:cNvPr>
        <p:cNvGrpSpPr/>
        <p:nvPr/>
      </p:nvGrpSpPr>
      <p:grpSpPr>
        <a:xfrm>
          <a:off x="0" y="0"/>
          <a:ext cx="0" cy="0"/>
          <a:chOff x="0" y="0"/>
          <a:chExt cx="0" cy="0"/>
        </a:xfrm>
      </p:grpSpPr>
      <p:sp>
        <p:nvSpPr>
          <p:cNvPr id="2180" name="Google Shape;2180;g804e9800b4_0_1151:notes">
            <a:extLst>
              <a:ext uri="{FF2B5EF4-FFF2-40B4-BE49-F238E27FC236}">
                <a16:creationId xmlns:a16="http://schemas.microsoft.com/office/drawing/2014/main" id="{F6442871-8B83-E2B7-0D38-7A4CCE0EC2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804e9800b4_0_1151:notes">
            <a:extLst>
              <a:ext uri="{FF2B5EF4-FFF2-40B4-BE49-F238E27FC236}">
                <a16:creationId xmlns:a16="http://schemas.microsoft.com/office/drawing/2014/main" id="{DFD826B7-C9D5-B430-F311-C87522DF78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98036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839581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a:extLst>
            <a:ext uri="{FF2B5EF4-FFF2-40B4-BE49-F238E27FC236}">
              <a16:creationId xmlns:a16="http://schemas.microsoft.com/office/drawing/2014/main" id="{72468A33-1798-F9B5-3BC0-1184C7F0C518}"/>
            </a:ext>
          </a:extLst>
        </p:cNvPr>
        <p:cNvGrpSpPr/>
        <p:nvPr/>
      </p:nvGrpSpPr>
      <p:grpSpPr>
        <a:xfrm>
          <a:off x="0" y="0"/>
          <a:ext cx="0" cy="0"/>
          <a:chOff x="0" y="0"/>
          <a:chExt cx="0" cy="0"/>
        </a:xfrm>
      </p:grpSpPr>
      <p:sp>
        <p:nvSpPr>
          <p:cNvPr id="2180" name="Google Shape;2180;g804e9800b4_0_1151:notes">
            <a:extLst>
              <a:ext uri="{FF2B5EF4-FFF2-40B4-BE49-F238E27FC236}">
                <a16:creationId xmlns:a16="http://schemas.microsoft.com/office/drawing/2014/main" id="{AFCDF846-8662-9456-7463-731D4BC49F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804e9800b4_0_1151:notes">
            <a:extLst>
              <a:ext uri="{FF2B5EF4-FFF2-40B4-BE49-F238E27FC236}">
                <a16:creationId xmlns:a16="http://schemas.microsoft.com/office/drawing/2014/main" id="{A59A0E30-535C-40A2-57C7-F57CF64B7D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02153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495141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445928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6"/>
        <p:cNvGrpSpPr/>
        <p:nvPr/>
      </p:nvGrpSpPr>
      <p:grpSpPr>
        <a:xfrm>
          <a:off x="0" y="0"/>
          <a:ext cx="0" cy="0"/>
          <a:chOff x="0" y="0"/>
          <a:chExt cx="0" cy="0"/>
        </a:xfrm>
      </p:grpSpPr>
      <p:sp>
        <p:nvSpPr>
          <p:cNvPr id="4947" name="Google Shape;4947;g804e9800b4_0_14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8" name="Google Shape;4948;g804e9800b4_0_14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166212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1"/>
        <p:cNvGrpSpPr/>
        <p:nvPr/>
      </p:nvGrpSpPr>
      <p:grpSpPr>
        <a:xfrm>
          <a:off x="0" y="0"/>
          <a:ext cx="0" cy="0"/>
          <a:chOff x="0" y="0"/>
          <a:chExt cx="0" cy="0"/>
        </a:xfrm>
      </p:grpSpPr>
      <p:sp>
        <p:nvSpPr>
          <p:cNvPr id="3602" name="Google Shape;3602;g8714a43093_5_5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3" name="Google Shape;3603;g8714a43093_5_5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72305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5" Type="http://schemas.openxmlformats.org/officeDocument/2006/relationships/hyperlink" Target="https://stories.freepik.com/" TargetMode="External"/><Relationship Id="rId4" Type="http://schemas.openxmlformats.org/officeDocument/2006/relationships/hyperlink" Target="https://www.freepik.com/"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ctrTitle"/>
          </p:nvPr>
        </p:nvSpPr>
        <p:spPr>
          <a:xfrm>
            <a:off x="5248656" y="2002536"/>
            <a:ext cx="3264300" cy="1792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5200"/>
              <a:buNone/>
              <a:defRPr sz="5200"/>
            </a:lvl1pPr>
            <a:lvl2pPr lvl="1" algn="r" rtl="0">
              <a:spcBef>
                <a:spcPts val="0"/>
              </a:spcBef>
              <a:spcAft>
                <a:spcPts val="0"/>
              </a:spcAft>
              <a:buSzPts val="5200"/>
              <a:buNone/>
              <a:defRPr sz="5200"/>
            </a:lvl2pPr>
            <a:lvl3pPr lvl="2" algn="r" rtl="0">
              <a:spcBef>
                <a:spcPts val="0"/>
              </a:spcBef>
              <a:spcAft>
                <a:spcPts val="0"/>
              </a:spcAft>
              <a:buSzPts val="5200"/>
              <a:buNone/>
              <a:defRPr sz="5200"/>
            </a:lvl3pPr>
            <a:lvl4pPr lvl="3" algn="r" rtl="0">
              <a:spcBef>
                <a:spcPts val="0"/>
              </a:spcBef>
              <a:spcAft>
                <a:spcPts val="0"/>
              </a:spcAft>
              <a:buSzPts val="5200"/>
              <a:buNone/>
              <a:defRPr sz="5200"/>
            </a:lvl4pPr>
            <a:lvl5pPr lvl="4" algn="r" rtl="0">
              <a:spcBef>
                <a:spcPts val="0"/>
              </a:spcBef>
              <a:spcAft>
                <a:spcPts val="0"/>
              </a:spcAft>
              <a:buSzPts val="5200"/>
              <a:buNone/>
              <a:defRPr sz="5200"/>
            </a:lvl5pPr>
            <a:lvl6pPr lvl="5" algn="r" rtl="0">
              <a:spcBef>
                <a:spcPts val="0"/>
              </a:spcBef>
              <a:spcAft>
                <a:spcPts val="0"/>
              </a:spcAft>
              <a:buSzPts val="5200"/>
              <a:buNone/>
              <a:defRPr sz="5200"/>
            </a:lvl6pPr>
            <a:lvl7pPr lvl="6" algn="r" rtl="0">
              <a:spcBef>
                <a:spcPts val="0"/>
              </a:spcBef>
              <a:spcAft>
                <a:spcPts val="0"/>
              </a:spcAft>
              <a:buSzPts val="5200"/>
              <a:buNone/>
              <a:defRPr sz="5200"/>
            </a:lvl7pPr>
            <a:lvl8pPr lvl="7" algn="r" rtl="0">
              <a:spcBef>
                <a:spcPts val="0"/>
              </a:spcBef>
              <a:spcAft>
                <a:spcPts val="0"/>
              </a:spcAft>
              <a:buSzPts val="5200"/>
              <a:buNone/>
              <a:defRPr sz="5200"/>
            </a:lvl8pPr>
            <a:lvl9pPr lvl="8" algn="r" rtl="0">
              <a:spcBef>
                <a:spcPts val="0"/>
              </a:spcBef>
              <a:spcAft>
                <a:spcPts val="0"/>
              </a:spcAft>
              <a:buSzPts val="5200"/>
              <a:buNone/>
              <a:defRPr sz="5200"/>
            </a:lvl9pPr>
          </a:lstStyle>
          <a:p>
            <a:endParaRPr/>
          </a:p>
        </p:txBody>
      </p:sp>
      <p:sp>
        <p:nvSpPr>
          <p:cNvPr id="9" name="Google Shape;9;p2"/>
          <p:cNvSpPr txBox="1">
            <a:spLocks noGrp="1"/>
          </p:cNvSpPr>
          <p:nvPr>
            <p:ph type="subTitle" idx="1"/>
          </p:nvPr>
        </p:nvSpPr>
        <p:spPr>
          <a:xfrm>
            <a:off x="5248656" y="3721608"/>
            <a:ext cx="3264300" cy="896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1pPr>
            <a:lvl2pPr lvl="1"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2pPr>
            <a:lvl3pPr lvl="2"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3pPr>
            <a:lvl4pPr lvl="3"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4pPr>
            <a:lvl5pPr lvl="4"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5pPr>
            <a:lvl6pPr lvl="5"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6pPr>
            <a:lvl7pPr lvl="6"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7pPr>
            <a:lvl8pPr lvl="7"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8pPr>
            <a:lvl9pPr lvl="8"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10" name="Google Shape;10;p2"/>
          <p:cNvCxnSpPr/>
          <p:nvPr/>
        </p:nvCxnSpPr>
        <p:spPr>
          <a:xfrm flipH="1">
            <a:off x="5827050" y="451300"/>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11" name="Google Shape;11;p2"/>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13" name="Google Shape;13;p2"/>
          <p:cNvGrpSpPr/>
          <p:nvPr/>
        </p:nvGrpSpPr>
        <p:grpSpPr>
          <a:xfrm>
            <a:off x="8064275" y="887850"/>
            <a:ext cx="581800" cy="582350"/>
            <a:chOff x="8064275" y="887850"/>
            <a:chExt cx="581800" cy="582350"/>
          </a:xfrm>
        </p:grpSpPr>
        <p:sp>
          <p:nvSpPr>
            <p:cNvPr id="14" name="Google Shape;14;p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0;p2"/>
          <p:cNvGrpSpPr/>
          <p:nvPr/>
        </p:nvGrpSpPr>
        <p:grpSpPr>
          <a:xfrm>
            <a:off x="7353050" y="316275"/>
            <a:ext cx="292025" cy="292575"/>
            <a:chOff x="7353050" y="316275"/>
            <a:chExt cx="292025" cy="292575"/>
          </a:xfrm>
        </p:grpSpPr>
        <p:sp>
          <p:nvSpPr>
            <p:cNvPr id="21" name="Google Shape;21;p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5;p2"/>
          <p:cNvSpPr/>
          <p:nvPr/>
        </p:nvSpPr>
        <p:spPr>
          <a:xfrm>
            <a:off x="5690580" y="4258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5688325" y="4232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727069" y="4623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724827" y="4597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766657" y="5018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764415" y="4996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 name="Google Shape;31;p2"/>
          <p:cNvGrpSpPr/>
          <p:nvPr/>
        </p:nvGrpSpPr>
        <p:grpSpPr>
          <a:xfrm>
            <a:off x="5443350" y="289275"/>
            <a:ext cx="175013" cy="27000"/>
            <a:chOff x="5662375" y="212375"/>
            <a:chExt cx="175013" cy="27000"/>
          </a:xfrm>
        </p:grpSpPr>
        <p:sp>
          <p:nvSpPr>
            <p:cNvPr id="32" name="Google Shape;32;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35;p2"/>
          <p:cNvGrpSpPr/>
          <p:nvPr/>
        </p:nvGrpSpPr>
        <p:grpSpPr>
          <a:xfrm>
            <a:off x="8490050" y="170875"/>
            <a:ext cx="175013" cy="27000"/>
            <a:chOff x="5662375" y="212375"/>
            <a:chExt cx="175013" cy="27000"/>
          </a:xfrm>
        </p:grpSpPr>
        <p:sp>
          <p:nvSpPr>
            <p:cNvPr id="36" name="Google Shape;36;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 name="Google Shape;39;p2"/>
          <p:cNvGrpSpPr/>
          <p:nvPr/>
        </p:nvGrpSpPr>
        <p:grpSpPr>
          <a:xfrm>
            <a:off x="8068750" y="1581800"/>
            <a:ext cx="175013" cy="27000"/>
            <a:chOff x="5662375" y="212375"/>
            <a:chExt cx="175013" cy="27000"/>
          </a:xfrm>
        </p:grpSpPr>
        <p:sp>
          <p:nvSpPr>
            <p:cNvPr id="40" name="Google Shape;40;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grpSp>
        <p:nvGrpSpPr>
          <p:cNvPr id="44" name="Google Shape;44;p3"/>
          <p:cNvGrpSpPr/>
          <p:nvPr/>
        </p:nvGrpSpPr>
        <p:grpSpPr>
          <a:xfrm>
            <a:off x="2132649" y="713253"/>
            <a:ext cx="4878702" cy="3717004"/>
            <a:chOff x="399425" y="238125"/>
            <a:chExt cx="6810025" cy="5187000"/>
          </a:xfrm>
        </p:grpSpPr>
        <p:sp>
          <p:nvSpPr>
            <p:cNvPr id="45" name="Google Shape;45;p3"/>
            <p:cNvSpPr/>
            <p:nvPr/>
          </p:nvSpPr>
          <p:spPr>
            <a:xfrm>
              <a:off x="399425" y="238325"/>
              <a:ext cx="6810025" cy="5186100"/>
            </a:xfrm>
            <a:custGeom>
              <a:avLst/>
              <a:gdLst/>
              <a:ahLst/>
              <a:cxnLst/>
              <a:rect l="l" t="t" r="r" b="b"/>
              <a:pathLst>
                <a:path w="272401" h="207444" extrusionOk="0">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491875" y="238125"/>
              <a:ext cx="6575225" cy="5187000"/>
            </a:xfrm>
            <a:custGeom>
              <a:avLst/>
              <a:gdLst/>
              <a:ahLst/>
              <a:cxnLst/>
              <a:rect l="l" t="t" r="r" b="b"/>
              <a:pathLst>
                <a:path w="263009" h="207480" extrusionOk="0">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8" name="Google Shape;48;p3"/>
          <p:cNvSpPr txBox="1">
            <a:spLocks noGrp="1"/>
          </p:cNvSpPr>
          <p:nvPr>
            <p:ph type="title" idx="2" hasCustomPrompt="1"/>
          </p:nvPr>
        </p:nvSpPr>
        <p:spPr>
          <a:xfrm>
            <a:off x="2971800" y="1161288"/>
            <a:ext cx="2967600" cy="1069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49" name="Google Shape;49;p3"/>
          <p:cNvSpPr txBox="1">
            <a:spLocks noGrp="1"/>
          </p:cNvSpPr>
          <p:nvPr>
            <p:ph type="subTitle" idx="1"/>
          </p:nvPr>
        </p:nvSpPr>
        <p:spPr>
          <a:xfrm>
            <a:off x="2973225" y="2999232"/>
            <a:ext cx="3200400" cy="685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grpSp>
        <p:nvGrpSpPr>
          <p:cNvPr id="50" name="Google Shape;50;p3"/>
          <p:cNvGrpSpPr/>
          <p:nvPr/>
        </p:nvGrpSpPr>
        <p:grpSpPr>
          <a:xfrm>
            <a:off x="432850" y="0"/>
            <a:ext cx="8278300" cy="5165700"/>
            <a:chOff x="432850" y="0"/>
            <a:chExt cx="8278300" cy="5165700"/>
          </a:xfrm>
        </p:grpSpPr>
        <p:cxnSp>
          <p:nvCxnSpPr>
            <p:cNvPr id="51" name="Google Shape;51;p3"/>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52" name="Google Shape;52;p3"/>
            <p:cNvGrpSpPr/>
            <p:nvPr/>
          </p:nvGrpSpPr>
          <p:grpSpPr>
            <a:xfrm>
              <a:off x="8129350" y="4292175"/>
              <a:ext cx="581800" cy="582350"/>
              <a:chOff x="8064275" y="887850"/>
              <a:chExt cx="581800" cy="582350"/>
            </a:xfrm>
          </p:grpSpPr>
          <p:sp>
            <p:nvSpPr>
              <p:cNvPr id="53" name="Google Shape;53;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59;p3"/>
            <p:cNvGrpSpPr/>
            <p:nvPr/>
          </p:nvGrpSpPr>
          <p:grpSpPr>
            <a:xfrm>
              <a:off x="8274238" y="3720600"/>
              <a:ext cx="292025" cy="292575"/>
              <a:chOff x="7353050" y="316275"/>
              <a:chExt cx="292025" cy="292575"/>
            </a:xfrm>
          </p:grpSpPr>
          <p:sp>
            <p:nvSpPr>
              <p:cNvPr id="60" name="Google Shape;60;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 name="Google Shape;64;p3"/>
            <p:cNvGrpSpPr/>
            <p:nvPr/>
          </p:nvGrpSpPr>
          <p:grpSpPr>
            <a:xfrm>
              <a:off x="8332763" y="3212475"/>
              <a:ext cx="175000" cy="175000"/>
              <a:chOff x="8792300" y="321275"/>
              <a:chExt cx="175000" cy="175000"/>
            </a:xfrm>
          </p:grpSpPr>
          <p:sp>
            <p:nvSpPr>
              <p:cNvPr id="65" name="Google Shape;65;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9" name="Google Shape;69;p3"/>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70" name="Google Shape;70;p3"/>
            <p:cNvGrpSpPr/>
            <p:nvPr/>
          </p:nvGrpSpPr>
          <p:grpSpPr>
            <a:xfrm rot="10800000">
              <a:off x="432850" y="291788"/>
              <a:ext cx="581800" cy="582350"/>
              <a:chOff x="8064275" y="887850"/>
              <a:chExt cx="581800" cy="582350"/>
            </a:xfrm>
          </p:grpSpPr>
          <p:sp>
            <p:nvSpPr>
              <p:cNvPr id="71" name="Google Shape;71;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77;p3"/>
            <p:cNvGrpSpPr/>
            <p:nvPr/>
          </p:nvGrpSpPr>
          <p:grpSpPr>
            <a:xfrm rot="10800000">
              <a:off x="577738" y="1153138"/>
              <a:ext cx="292025" cy="292575"/>
              <a:chOff x="7353050" y="316275"/>
              <a:chExt cx="292025" cy="292575"/>
            </a:xfrm>
          </p:grpSpPr>
          <p:sp>
            <p:nvSpPr>
              <p:cNvPr id="78" name="Google Shape;78;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 name="Google Shape;82;p3"/>
            <p:cNvGrpSpPr/>
            <p:nvPr/>
          </p:nvGrpSpPr>
          <p:grpSpPr>
            <a:xfrm rot="10800000">
              <a:off x="636238" y="1778838"/>
              <a:ext cx="175000" cy="175000"/>
              <a:chOff x="8792300" y="321275"/>
              <a:chExt cx="175000" cy="175000"/>
            </a:xfrm>
          </p:grpSpPr>
          <p:sp>
            <p:nvSpPr>
              <p:cNvPr id="83" name="Google Shape;83;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 name="Google Shape;87;p3"/>
            <p:cNvGrpSpPr/>
            <p:nvPr/>
          </p:nvGrpSpPr>
          <p:grpSpPr>
            <a:xfrm>
              <a:off x="432850" y="2003163"/>
              <a:ext cx="175013" cy="27000"/>
              <a:chOff x="5662375" y="212375"/>
              <a:chExt cx="175013" cy="27000"/>
            </a:xfrm>
          </p:grpSpPr>
          <p:sp>
            <p:nvSpPr>
              <p:cNvPr id="88" name="Google Shape;88;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 name="Google Shape;91;p3"/>
            <p:cNvGrpSpPr/>
            <p:nvPr/>
          </p:nvGrpSpPr>
          <p:grpSpPr>
            <a:xfrm>
              <a:off x="788100" y="208488"/>
              <a:ext cx="175013" cy="27000"/>
              <a:chOff x="5662375" y="212375"/>
              <a:chExt cx="175013" cy="27000"/>
            </a:xfrm>
          </p:grpSpPr>
          <p:sp>
            <p:nvSpPr>
              <p:cNvPr id="92" name="Google Shape;92;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oogle Shape;95;p3"/>
            <p:cNvGrpSpPr/>
            <p:nvPr/>
          </p:nvGrpSpPr>
          <p:grpSpPr>
            <a:xfrm>
              <a:off x="8129350" y="4988725"/>
              <a:ext cx="175013" cy="27000"/>
              <a:chOff x="5662375" y="212375"/>
              <a:chExt cx="175013" cy="27000"/>
            </a:xfrm>
          </p:grpSpPr>
          <p:sp>
            <p:nvSpPr>
              <p:cNvPr id="96" name="Google Shape;96;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 name="Google Shape;99;p3"/>
            <p:cNvGrpSpPr/>
            <p:nvPr/>
          </p:nvGrpSpPr>
          <p:grpSpPr>
            <a:xfrm>
              <a:off x="8497550" y="3429425"/>
              <a:ext cx="175013" cy="27000"/>
              <a:chOff x="5662375" y="212375"/>
              <a:chExt cx="175013" cy="27000"/>
            </a:xfrm>
          </p:grpSpPr>
          <p:sp>
            <p:nvSpPr>
              <p:cNvPr id="100" name="Google Shape;100;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3" name="Google Shape;103;p3"/>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3"/>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05" name="Google Shape;105;p3"/>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3"/>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9"/>
        <p:cNvGrpSpPr/>
        <p:nvPr/>
      </p:nvGrpSpPr>
      <p:grpSpPr>
        <a:xfrm>
          <a:off x="0" y="0"/>
          <a:ext cx="0" cy="0"/>
          <a:chOff x="0" y="0"/>
          <a:chExt cx="0" cy="0"/>
        </a:xfrm>
      </p:grpSpPr>
      <p:sp>
        <p:nvSpPr>
          <p:cNvPr id="110" name="Google Shape;110;p4"/>
          <p:cNvSpPr txBox="1">
            <a:spLocks noGrp="1"/>
          </p:cNvSpPr>
          <p:nvPr>
            <p:ph type="subTitle" idx="1"/>
          </p:nvPr>
        </p:nvSpPr>
        <p:spPr>
          <a:xfrm>
            <a:off x="2167128" y="3054096"/>
            <a:ext cx="4809600" cy="11340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grpSp>
        <p:nvGrpSpPr>
          <p:cNvPr id="111" name="Google Shape;111;p4"/>
          <p:cNvGrpSpPr/>
          <p:nvPr/>
        </p:nvGrpSpPr>
        <p:grpSpPr>
          <a:xfrm>
            <a:off x="4484494" y="4433000"/>
            <a:ext cx="175013" cy="27000"/>
            <a:chOff x="5662375" y="212375"/>
            <a:chExt cx="175013" cy="27000"/>
          </a:xfrm>
        </p:grpSpPr>
        <p:sp>
          <p:nvSpPr>
            <p:cNvPr id="112" name="Google Shape;11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4"/>
          <p:cNvSpPr txBox="1">
            <a:spLocks noGrp="1"/>
          </p:cNvSpPr>
          <p:nvPr>
            <p:ph type="title"/>
          </p:nvPr>
        </p:nvSpPr>
        <p:spPr>
          <a:xfrm>
            <a:off x="2167128" y="2478024"/>
            <a:ext cx="48096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grpSp>
        <p:nvGrpSpPr>
          <p:cNvPr id="116" name="Google Shape;116;p4"/>
          <p:cNvGrpSpPr/>
          <p:nvPr/>
        </p:nvGrpSpPr>
        <p:grpSpPr>
          <a:xfrm>
            <a:off x="432850" y="0"/>
            <a:ext cx="8278300" cy="5165700"/>
            <a:chOff x="432850" y="0"/>
            <a:chExt cx="8278300" cy="5165700"/>
          </a:xfrm>
        </p:grpSpPr>
        <p:cxnSp>
          <p:nvCxnSpPr>
            <p:cNvPr id="117" name="Google Shape;117;p4"/>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18" name="Google Shape;118;p4"/>
            <p:cNvGrpSpPr/>
            <p:nvPr/>
          </p:nvGrpSpPr>
          <p:grpSpPr>
            <a:xfrm>
              <a:off x="8129350" y="4292175"/>
              <a:ext cx="581800" cy="582350"/>
              <a:chOff x="8064275" y="887850"/>
              <a:chExt cx="581800" cy="582350"/>
            </a:xfrm>
          </p:grpSpPr>
          <p:sp>
            <p:nvSpPr>
              <p:cNvPr id="119" name="Google Shape;119;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125;p4"/>
            <p:cNvGrpSpPr/>
            <p:nvPr/>
          </p:nvGrpSpPr>
          <p:grpSpPr>
            <a:xfrm>
              <a:off x="8274238" y="3720600"/>
              <a:ext cx="292025" cy="292575"/>
              <a:chOff x="7353050" y="316275"/>
              <a:chExt cx="292025" cy="292575"/>
            </a:xfrm>
          </p:grpSpPr>
          <p:sp>
            <p:nvSpPr>
              <p:cNvPr id="126" name="Google Shape;126;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8332763" y="3212475"/>
              <a:ext cx="175000" cy="175000"/>
              <a:chOff x="8792300" y="321275"/>
              <a:chExt cx="175000" cy="175000"/>
            </a:xfrm>
          </p:grpSpPr>
          <p:sp>
            <p:nvSpPr>
              <p:cNvPr id="131" name="Google Shape;131;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 name="Google Shape;135;p4"/>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36" name="Google Shape;136;p4"/>
            <p:cNvGrpSpPr/>
            <p:nvPr/>
          </p:nvGrpSpPr>
          <p:grpSpPr>
            <a:xfrm rot="10800000">
              <a:off x="432850" y="291788"/>
              <a:ext cx="581800" cy="582350"/>
              <a:chOff x="8064275" y="887850"/>
              <a:chExt cx="581800" cy="582350"/>
            </a:xfrm>
          </p:grpSpPr>
          <p:sp>
            <p:nvSpPr>
              <p:cNvPr id="137" name="Google Shape;137;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 name="Google Shape;143;p4"/>
            <p:cNvGrpSpPr/>
            <p:nvPr/>
          </p:nvGrpSpPr>
          <p:grpSpPr>
            <a:xfrm rot="10800000">
              <a:off x="577738" y="1153138"/>
              <a:ext cx="292025" cy="292575"/>
              <a:chOff x="7353050" y="316275"/>
              <a:chExt cx="292025" cy="292575"/>
            </a:xfrm>
          </p:grpSpPr>
          <p:sp>
            <p:nvSpPr>
              <p:cNvPr id="144" name="Google Shape;144;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4"/>
            <p:cNvGrpSpPr/>
            <p:nvPr/>
          </p:nvGrpSpPr>
          <p:grpSpPr>
            <a:xfrm rot="10800000">
              <a:off x="636238" y="1778838"/>
              <a:ext cx="175000" cy="175000"/>
              <a:chOff x="8792300" y="321275"/>
              <a:chExt cx="175000" cy="175000"/>
            </a:xfrm>
          </p:grpSpPr>
          <p:sp>
            <p:nvSpPr>
              <p:cNvPr id="149" name="Google Shape;149;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 name="Google Shape;153;p4"/>
            <p:cNvGrpSpPr/>
            <p:nvPr/>
          </p:nvGrpSpPr>
          <p:grpSpPr>
            <a:xfrm>
              <a:off x="432850" y="2003163"/>
              <a:ext cx="175013" cy="27000"/>
              <a:chOff x="5662375" y="212375"/>
              <a:chExt cx="175013" cy="27000"/>
            </a:xfrm>
          </p:grpSpPr>
          <p:sp>
            <p:nvSpPr>
              <p:cNvPr id="154" name="Google Shape;154;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 name="Google Shape;157;p4"/>
            <p:cNvGrpSpPr/>
            <p:nvPr/>
          </p:nvGrpSpPr>
          <p:grpSpPr>
            <a:xfrm>
              <a:off x="788100" y="208488"/>
              <a:ext cx="175013" cy="27000"/>
              <a:chOff x="5662375" y="212375"/>
              <a:chExt cx="175013" cy="27000"/>
            </a:xfrm>
          </p:grpSpPr>
          <p:sp>
            <p:nvSpPr>
              <p:cNvPr id="158" name="Google Shape;158;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 name="Google Shape;161;p4"/>
            <p:cNvGrpSpPr/>
            <p:nvPr/>
          </p:nvGrpSpPr>
          <p:grpSpPr>
            <a:xfrm>
              <a:off x="8129350" y="4988725"/>
              <a:ext cx="175013" cy="27000"/>
              <a:chOff x="5662375" y="212375"/>
              <a:chExt cx="175013" cy="27000"/>
            </a:xfrm>
          </p:grpSpPr>
          <p:sp>
            <p:nvSpPr>
              <p:cNvPr id="162" name="Google Shape;16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 name="Google Shape;165;p4"/>
            <p:cNvGrpSpPr/>
            <p:nvPr/>
          </p:nvGrpSpPr>
          <p:grpSpPr>
            <a:xfrm>
              <a:off x="8497550" y="3429425"/>
              <a:ext cx="175013" cy="27000"/>
              <a:chOff x="5662375" y="212375"/>
              <a:chExt cx="175013" cy="27000"/>
            </a:xfrm>
          </p:grpSpPr>
          <p:sp>
            <p:nvSpPr>
              <p:cNvPr id="166" name="Google Shape;166;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9" name="Google Shape;169;p4"/>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70" name="Google Shape;170;p4"/>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71" name="Google Shape;171;p4"/>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4"/>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8"/>
        <p:cNvGrpSpPr/>
        <p:nvPr/>
      </p:nvGrpSpPr>
      <p:grpSpPr>
        <a:xfrm>
          <a:off x="0" y="0"/>
          <a:ext cx="0" cy="0"/>
          <a:chOff x="0" y="0"/>
          <a:chExt cx="0" cy="0"/>
        </a:xfrm>
      </p:grpSpPr>
      <p:sp>
        <p:nvSpPr>
          <p:cNvPr id="439" name="Google Shape;439;p9"/>
          <p:cNvSpPr txBox="1">
            <a:spLocks noGrp="1"/>
          </p:cNvSpPr>
          <p:nvPr>
            <p:ph type="title"/>
          </p:nvPr>
        </p:nvSpPr>
        <p:spPr>
          <a:xfrm>
            <a:off x="896112" y="2039112"/>
            <a:ext cx="3566100" cy="1362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40" name="Google Shape;440;p9"/>
          <p:cNvSpPr txBox="1">
            <a:spLocks noGrp="1"/>
          </p:cNvSpPr>
          <p:nvPr>
            <p:ph type="body" idx="1"/>
          </p:nvPr>
        </p:nvSpPr>
        <p:spPr>
          <a:xfrm>
            <a:off x="4899150" y="821850"/>
            <a:ext cx="3096000" cy="3478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1pPr>
            <a:lvl2pPr marL="914400" lvl="1"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2pPr>
            <a:lvl3pPr marL="1371600" lvl="2"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3pPr>
            <a:lvl4pPr marL="1828800" lvl="3"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4pPr>
            <a:lvl5pPr marL="2286000" lvl="4"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5pPr>
            <a:lvl6pPr marL="2743200" lvl="5"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6pPr>
            <a:lvl7pPr marL="3200400" lvl="6"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7pPr>
            <a:lvl8pPr marL="3657600" lvl="7"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8pPr>
            <a:lvl9pPr marL="4114800" lvl="8"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9pPr>
          </a:lstStyle>
          <a:p>
            <a:endParaRPr/>
          </a:p>
        </p:txBody>
      </p:sp>
      <p:cxnSp>
        <p:nvCxnSpPr>
          <p:cNvPr id="441" name="Google Shape;441;p9"/>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442" name="Google Shape;442;p9"/>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43" name="Google Shape;443;p9"/>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44" name="Google Shape;444;p9"/>
          <p:cNvGrpSpPr/>
          <p:nvPr/>
        </p:nvGrpSpPr>
        <p:grpSpPr>
          <a:xfrm flipH="1">
            <a:off x="499400" y="959675"/>
            <a:ext cx="581800" cy="582350"/>
            <a:chOff x="8064275" y="887850"/>
            <a:chExt cx="581800" cy="582350"/>
          </a:xfrm>
        </p:grpSpPr>
        <p:sp>
          <p:nvSpPr>
            <p:cNvPr id="445" name="Google Shape;445;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9"/>
          <p:cNvGrpSpPr/>
          <p:nvPr/>
        </p:nvGrpSpPr>
        <p:grpSpPr>
          <a:xfrm flipH="1">
            <a:off x="1500400" y="388100"/>
            <a:ext cx="292025" cy="292575"/>
            <a:chOff x="7353050" y="316275"/>
            <a:chExt cx="292025" cy="292575"/>
          </a:xfrm>
        </p:grpSpPr>
        <p:sp>
          <p:nvSpPr>
            <p:cNvPr id="452" name="Google Shape;452;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6" name="Google Shape;456;p9"/>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9"/>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9"/>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9"/>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9"/>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9"/>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2" name="Google Shape;462;p9"/>
          <p:cNvGrpSpPr/>
          <p:nvPr/>
        </p:nvGrpSpPr>
        <p:grpSpPr>
          <a:xfrm flipH="1">
            <a:off x="3527112" y="361100"/>
            <a:ext cx="175013" cy="27000"/>
            <a:chOff x="5662375" y="212375"/>
            <a:chExt cx="175013" cy="27000"/>
          </a:xfrm>
        </p:grpSpPr>
        <p:sp>
          <p:nvSpPr>
            <p:cNvPr id="463" name="Google Shape;463;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 name="Google Shape;466;p9"/>
          <p:cNvGrpSpPr/>
          <p:nvPr/>
        </p:nvGrpSpPr>
        <p:grpSpPr>
          <a:xfrm flipH="1">
            <a:off x="480412" y="242700"/>
            <a:ext cx="175013" cy="27000"/>
            <a:chOff x="5662375" y="212375"/>
            <a:chExt cx="175013" cy="27000"/>
          </a:xfrm>
        </p:grpSpPr>
        <p:sp>
          <p:nvSpPr>
            <p:cNvPr id="467" name="Google Shape;467;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0" name="Google Shape;470;p9"/>
          <p:cNvGrpSpPr/>
          <p:nvPr/>
        </p:nvGrpSpPr>
        <p:grpSpPr>
          <a:xfrm flipH="1">
            <a:off x="901712" y="1653625"/>
            <a:ext cx="175013" cy="27000"/>
            <a:chOff x="5662375" y="212375"/>
            <a:chExt cx="175013" cy="27000"/>
          </a:xfrm>
        </p:grpSpPr>
        <p:sp>
          <p:nvSpPr>
            <p:cNvPr id="471" name="Google Shape;471;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74" name="Google Shape;474;p9"/>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475" name="Google Shape;475;p9"/>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476" name="Google Shape;476;p9"/>
          <p:cNvGrpSpPr/>
          <p:nvPr/>
        </p:nvGrpSpPr>
        <p:grpSpPr>
          <a:xfrm rot="10800000">
            <a:off x="499400" y="3940925"/>
            <a:ext cx="581800" cy="582350"/>
            <a:chOff x="8064275" y="887850"/>
            <a:chExt cx="581800" cy="582350"/>
          </a:xfrm>
        </p:grpSpPr>
        <p:sp>
          <p:nvSpPr>
            <p:cNvPr id="477" name="Google Shape;477;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 name="Google Shape;483;p9"/>
          <p:cNvGrpSpPr/>
          <p:nvPr/>
        </p:nvGrpSpPr>
        <p:grpSpPr>
          <a:xfrm rot="10800000">
            <a:off x="1819575" y="4586750"/>
            <a:ext cx="292025" cy="292575"/>
            <a:chOff x="7353050" y="316275"/>
            <a:chExt cx="292025" cy="292575"/>
          </a:xfrm>
        </p:grpSpPr>
        <p:sp>
          <p:nvSpPr>
            <p:cNvPr id="484" name="Google Shape;484;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 name="Google Shape;488;p9"/>
          <p:cNvGrpSpPr/>
          <p:nvPr/>
        </p:nvGrpSpPr>
        <p:grpSpPr>
          <a:xfrm rot="10800000">
            <a:off x="212525" y="4645550"/>
            <a:ext cx="175000" cy="175000"/>
            <a:chOff x="8792300" y="321275"/>
            <a:chExt cx="175000" cy="175000"/>
          </a:xfrm>
        </p:grpSpPr>
        <p:sp>
          <p:nvSpPr>
            <p:cNvPr id="489" name="Google Shape;489;p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 name="Google Shape;493;p9"/>
          <p:cNvGrpSpPr/>
          <p:nvPr/>
        </p:nvGrpSpPr>
        <p:grpSpPr>
          <a:xfrm rot="10800000">
            <a:off x="480412" y="4852325"/>
            <a:ext cx="175013" cy="27000"/>
            <a:chOff x="5662375" y="212375"/>
            <a:chExt cx="175013" cy="27000"/>
          </a:xfrm>
        </p:grpSpPr>
        <p:sp>
          <p:nvSpPr>
            <p:cNvPr id="494" name="Google Shape;494;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 name="Google Shape;497;p9"/>
          <p:cNvGrpSpPr/>
          <p:nvPr/>
        </p:nvGrpSpPr>
        <p:grpSpPr>
          <a:xfrm rot="10800000">
            <a:off x="1054112" y="3898600"/>
            <a:ext cx="175013" cy="27000"/>
            <a:chOff x="5662375" y="212375"/>
            <a:chExt cx="175013" cy="27000"/>
          </a:xfrm>
        </p:grpSpPr>
        <p:sp>
          <p:nvSpPr>
            <p:cNvPr id="498" name="Google Shape;498;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623"/>
        <p:cNvGrpSpPr/>
        <p:nvPr/>
      </p:nvGrpSpPr>
      <p:grpSpPr>
        <a:xfrm>
          <a:off x="0" y="0"/>
          <a:ext cx="0" cy="0"/>
          <a:chOff x="0" y="0"/>
          <a:chExt cx="0" cy="0"/>
        </a:xfrm>
      </p:grpSpPr>
      <p:sp>
        <p:nvSpPr>
          <p:cNvPr id="624" name="Google Shape;624;p13"/>
          <p:cNvSpPr txBox="1">
            <a:spLocks noGrp="1"/>
          </p:cNvSpPr>
          <p:nvPr>
            <p:ph type="title"/>
          </p:nvPr>
        </p:nvSpPr>
        <p:spPr>
          <a:xfrm>
            <a:off x="5907024" y="356616"/>
            <a:ext cx="2615100" cy="576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625" name="Google Shape;625;p13"/>
          <p:cNvSpPr txBox="1">
            <a:spLocks noGrp="1"/>
          </p:cNvSpPr>
          <p:nvPr>
            <p:ph type="subTitle" idx="1"/>
          </p:nvPr>
        </p:nvSpPr>
        <p:spPr>
          <a:xfrm>
            <a:off x="1664208" y="429768"/>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6" name="Google Shape;626;p13"/>
          <p:cNvSpPr txBox="1">
            <a:spLocks noGrp="1"/>
          </p:cNvSpPr>
          <p:nvPr>
            <p:ph type="subTitle" idx="2"/>
          </p:nvPr>
        </p:nvSpPr>
        <p:spPr>
          <a:xfrm>
            <a:off x="1664208" y="713232"/>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7" name="Google Shape;627;p13"/>
          <p:cNvSpPr txBox="1">
            <a:spLocks noGrp="1"/>
          </p:cNvSpPr>
          <p:nvPr>
            <p:ph type="subTitle" idx="3"/>
          </p:nvPr>
        </p:nvSpPr>
        <p:spPr>
          <a:xfrm>
            <a:off x="1664208" y="1508760"/>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8" name="Google Shape;628;p13"/>
          <p:cNvSpPr txBox="1">
            <a:spLocks noGrp="1"/>
          </p:cNvSpPr>
          <p:nvPr>
            <p:ph type="subTitle" idx="4"/>
          </p:nvPr>
        </p:nvSpPr>
        <p:spPr>
          <a:xfrm>
            <a:off x="1664208" y="1792224"/>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9" name="Google Shape;629;p13"/>
          <p:cNvSpPr txBox="1">
            <a:spLocks noGrp="1"/>
          </p:cNvSpPr>
          <p:nvPr>
            <p:ph type="subTitle" idx="5"/>
          </p:nvPr>
        </p:nvSpPr>
        <p:spPr>
          <a:xfrm>
            <a:off x="1664208" y="2587752"/>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0" name="Google Shape;630;p13"/>
          <p:cNvSpPr txBox="1">
            <a:spLocks noGrp="1"/>
          </p:cNvSpPr>
          <p:nvPr>
            <p:ph type="subTitle" idx="6"/>
          </p:nvPr>
        </p:nvSpPr>
        <p:spPr>
          <a:xfrm>
            <a:off x="1664208" y="2871216"/>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1" name="Google Shape;631;p13"/>
          <p:cNvSpPr txBox="1">
            <a:spLocks noGrp="1"/>
          </p:cNvSpPr>
          <p:nvPr>
            <p:ph type="subTitle" idx="7"/>
          </p:nvPr>
        </p:nvSpPr>
        <p:spPr>
          <a:xfrm>
            <a:off x="1664208" y="3666744"/>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2" name="Google Shape;632;p13"/>
          <p:cNvSpPr txBox="1">
            <a:spLocks noGrp="1"/>
          </p:cNvSpPr>
          <p:nvPr>
            <p:ph type="subTitle" idx="8"/>
          </p:nvPr>
        </p:nvSpPr>
        <p:spPr>
          <a:xfrm>
            <a:off x="1664208" y="3950208"/>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3" name="Google Shape;633;p13"/>
          <p:cNvSpPr txBox="1">
            <a:spLocks noGrp="1"/>
          </p:cNvSpPr>
          <p:nvPr>
            <p:ph type="title" idx="9" hasCustomPrompt="1"/>
          </p:nvPr>
        </p:nvSpPr>
        <p:spPr>
          <a:xfrm>
            <a:off x="813816" y="722376"/>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4" name="Google Shape;634;p13"/>
          <p:cNvSpPr txBox="1">
            <a:spLocks noGrp="1"/>
          </p:cNvSpPr>
          <p:nvPr>
            <p:ph type="title" idx="13" hasCustomPrompt="1"/>
          </p:nvPr>
        </p:nvSpPr>
        <p:spPr>
          <a:xfrm>
            <a:off x="813816" y="1801368"/>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5" name="Google Shape;635;p13"/>
          <p:cNvSpPr txBox="1">
            <a:spLocks noGrp="1"/>
          </p:cNvSpPr>
          <p:nvPr>
            <p:ph type="title" idx="14" hasCustomPrompt="1"/>
          </p:nvPr>
        </p:nvSpPr>
        <p:spPr>
          <a:xfrm>
            <a:off x="813816" y="2880360"/>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6" name="Google Shape;636;p13"/>
          <p:cNvSpPr txBox="1">
            <a:spLocks noGrp="1"/>
          </p:cNvSpPr>
          <p:nvPr>
            <p:ph type="title" idx="15" hasCustomPrompt="1"/>
          </p:nvPr>
        </p:nvSpPr>
        <p:spPr>
          <a:xfrm>
            <a:off x="813816" y="3959352"/>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ree columns of text">
  <p:cSld name="CUSTOM_1">
    <p:spTree>
      <p:nvGrpSpPr>
        <p:cNvPr id="1" name="Shape 637"/>
        <p:cNvGrpSpPr/>
        <p:nvPr/>
      </p:nvGrpSpPr>
      <p:grpSpPr>
        <a:xfrm>
          <a:off x="0" y="0"/>
          <a:ext cx="0" cy="0"/>
          <a:chOff x="0" y="0"/>
          <a:chExt cx="0" cy="0"/>
        </a:xfrm>
      </p:grpSpPr>
      <p:sp>
        <p:nvSpPr>
          <p:cNvPr id="638" name="Google Shape;638;p14"/>
          <p:cNvSpPr txBox="1">
            <a:spLocks noGrp="1"/>
          </p:cNvSpPr>
          <p:nvPr>
            <p:ph type="title"/>
          </p:nvPr>
        </p:nvSpPr>
        <p:spPr>
          <a:xfrm>
            <a:off x="1719072" y="338328"/>
            <a:ext cx="5577900" cy="594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639" name="Google Shape;639;p14"/>
          <p:cNvSpPr txBox="1">
            <a:spLocks noGrp="1"/>
          </p:cNvSpPr>
          <p:nvPr>
            <p:ph type="subTitle" idx="1"/>
          </p:nvPr>
        </p:nvSpPr>
        <p:spPr>
          <a:xfrm>
            <a:off x="3694176"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0" name="Google Shape;640;p14"/>
          <p:cNvSpPr txBox="1">
            <a:spLocks noGrp="1"/>
          </p:cNvSpPr>
          <p:nvPr>
            <p:ph type="subTitle" idx="2"/>
          </p:nvPr>
        </p:nvSpPr>
        <p:spPr>
          <a:xfrm>
            <a:off x="1024128"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1" name="Google Shape;641;p14"/>
          <p:cNvSpPr txBox="1">
            <a:spLocks noGrp="1"/>
          </p:cNvSpPr>
          <p:nvPr>
            <p:ph type="subTitle" idx="3"/>
          </p:nvPr>
        </p:nvSpPr>
        <p:spPr>
          <a:xfrm>
            <a:off x="6355080"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2" name="Google Shape;642;p14"/>
          <p:cNvSpPr txBox="1">
            <a:spLocks noGrp="1"/>
          </p:cNvSpPr>
          <p:nvPr>
            <p:ph type="subTitle" idx="4"/>
          </p:nvPr>
        </p:nvSpPr>
        <p:spPr>
          <a:xfrm>
            <a:off x="3694176"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43" name="Google Shape;643;p14"/>
          <p:cNvSpPr txBox="1">
            <a:spLocks noGrp="1"/>
          </p:cNvSpPr>
          <p:nvPr>
            <p:ph type="subTitle" idx="5"/>
          </p:nvPr>
        </p:nvSpPr>
        <p:spPr>
          <a:xfrm>
            <a:off x="1024128"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44" name="Google Shape;644;p14"/>
          <p:cNvSpPr txBox="1">
            <a:spLocks noGrp="1"/>
          </p:cNvSpPr>
          <p:nvPr>
            <p:ph type="subTitle" idx="6"/>
          </p:nvPr>
        </p:nvSpPr>
        <p:spPr>
          <a:xfrm>
            <a:off x="6355080"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grpSp>
        <p:nvGrpSpPr>
          <p:cNvPr id="645" name="Google Shape;645;p14"/>
          <p:cNvGrpSpPr/>
          <p:nvPr/>
        </p:nvGrpSpPr>
        <p:grpSpPr>
          <a:xfrm>
            <a:off x="261711" y="-1158"/>
            <a:ext cx="8550326" cy="3981600"/>
            <a:chOff x="261711" y="-1158"/>
            <a:chExt cx="8550326" cy="3981600"/>
          </a:xfrm>
        </p:grpSpPr>
        <p:cxnSp>
          <p:nvCxnSpPr>
            <p:cNvPr id="646" name="Google Shape;646;p14"/>
            <p:cNvCxnSpPr/>
            <p:nvPr/>
          </p:nvCxnSpPr>
          <p:spPr>
            <a:xfrm>
              <a:off x="515925" y="-1158"/>
              <a:ext cx="0" cy="3981600"/>
            </a:xfrm>
            <a:prstGeom prst="straightConnector1">
              <a:avLst/>
            </a:prstGeom>
            <a:noFill/>
            <a:ln w="9525" cap="flat" cmpd="sng">
              <a:solidFill>
                <a:schemeClr val="dk1"/>
              </a:solidFill>
              <a:prstDash val="solid"/>
              <a:round/>
              <a:headEnd type="none" w="med" len="med"/>
              <a:tailEnd type="none" w="med" len="med"/>
            </a:ln>
          </p:spPr>
        </p:cxnSp>
        <p:cxnSp>
          <p:nvCxnSpPr>
            <p:cNvPr id="647" name="Google Shape;647;p14"/>
            <p:cNvCxnSpPr/>
            <p:nvPr/>
          </p:nvCxnSpPr>
          <p:spPr>
            <a:xfrm>
              <a:off x="8666025" y="-1158"/>
              <a:ext cx="0" cy="1902000"/>
            </a:xfrm>
            <a:prstGeom prst="straightConnector1">
              <a:avLst/>
            </a:prstGeom>
            <a:noFill/>
            <a:ln w="9525" cap="flat" cmpd="sng">
              <a:solidFill>
                <a:schemeClr val="dk1"/>
              </a:solidFill>
              <a:prstDash val="solid"/>
              <a:round/>
              <a:headEnd type="none" w="med" len="med"/>
              <a:tailEnd type="none" w="med" len="med"/>
            </a:ln>
          </p:spPr>
        </p:cxnSp>
        <p:grpSp>
          <p:nvGrpSpPr>
            <p:cNvPr id="648" name="Google Shape;648;p14"/>
            <p:cNvGrpSpPr/>
            <p:nvPr/>
          </p:nvGrpSpPr>
          <p:grpSpPr>
            <a:xfrm rot="10800000">
              <a:off x="343275" y="3300779"/>
              <a:ext cx="344736" cy="345385"/>
              <a:chOff x="7353050" y="316275"/>
              <a:chExt cx="292025" cy="292575"/>
            </a:xfrm>
          </p:grpSpPr>
          <p:sp>
            <p:nvSpPr>
              <p:cNvPr id="649" name="Google Shape;649;p1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1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3" name="Google Shape;653;p14"/>
            <p:cNvGrpSpPr/>
            <p:nvPr/>
          </p:nvGrpSpPr>
          <p:grpSpPr>
            <a:xfrm rot="10800000">
              <a:off x="8520013" y="714742"/>
              <a:ext cx="292025" cy="292575"/>
              <a:chOff x="7353050" y="316275"/>
              <a:chExt cx="292025" cy="292575"/>
            </a:xfrm>
          </p:grpSpPr>
          <p:sp>
            <p:nvSpPr>
              <p:cNvPr id="654" name="Google Shape;654;p1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8" name="Google Shape;658;p14"/>
            <p:cNvGrpSpPr/>
            <p:nvPr/>
          </p:nvGrpSpPr>
          <p:grpSpPr>
            <a:xfrm rot="10800000">
              <a:off x="261711" y="465077"/>
              <a:ext cx="507562" cy="507984"/>
              <a:chOff x="8064275" y="887850"/>
              <a:chExt cx="581800" cy="582350"/>
            </a:xfrm>
          </p:grpSpPr>
          <p:sp>
            <p:nvSpPr>
              <p:cNvPr id="659" name="Google Shape;659;p1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1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1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Four columns of text">
  <p:cSld name="CUSTOM_2">
    <p:spTree>
      <p:nvGrpSpPr>
        <p:cNvPr id="1" name="Shape 665"/>
        <p:cNvGrpSpPr/>
        <p:nvPr/>
      </p:nvGrpSpPr>
      <p:grpSpPr>
        <a:xfrm>
          <a:off x="0" y="0"/>
          <a:ext cx="0" cy="0"/>
          <a:chOff x="0" y="0"/>
          <a:chExt cx="0" cy="0"/>
        </a:xfrm>
      </p:grpSpPr>
      <p:sp>
        <p:nvSpPr>
          <p:cNvPr id="666" name="Google Shape;666;p15"/>
          <p:cNvSpPr txBox="1">
            <a:spLocks noGrp="1"/>
          </p:cNvSpPr>
          <p:nvPr>
            <p:ph type="title"/>
          </p:nvPr>
        </p:nvSpPr>
        <p:spPr>
          <a:xfrm>
            <a:off x="1568775" y="442350"/>
            <a:ext cx="6006300" cy="59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667" name="Google Shape;667;p15"/>
          <p:cNvSpPr txBox="1">
            <a:spLocks noGrp="1"/>
          </p:cNvSpPr>
          <p:nvPr>
            <p:ph type="subTitle" idx="1"/>
          </p:nvPr>
        </p:nvSpPr>
        <p:spPr>
          <a:xfrm>
            <a:off x="1709928" y="1545336"/>
            <a:ext cx="19452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68" name="Google Shape;668;p15"/>
          <p:cNvSpPr txBox="1">
            <a:spLocks noGrp="1"/>
          </p:cNvSpPr>
          <p:nvPr>
            <p:ph type="subTitle" idx="2"/>
          </p:nvPr>
        </p:nvSpPr>
        <p:spPr>
          <a:xfrm>
            <a:off x="1709928" y="1938528"/>
            <a:ext cx="19452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69" name="Google Shape;669;p15"/>
          <p:cNvSpPr txBox="1">
            <a:spLocks noGrp="1"/>
          </p:cNvSpPr>
          <p:nvPr>
            <p:ph type="subTitle" idx="3"/>
          </p:nvPr>
        </p:nvSpPr>
        <p:spPr>
          <a:xfrm>
            <a:off x="5468112" y="1545336"/>
            <a:ext cx="19476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0" name="Google Shape;670;p15"/>
          <p:cNvSpPr txBox="1">
            <a:spLocks noGrp="1"/>
          </p:cNvSpPr>
          <p:nvPr>
            <p:ph type="subTitle" idx="4"/>
          </p:nvPr>
        </p:nvSpPr>
        <p:spPr>
          <a:xfrm>
            <a:off x="5468112" y="1938528"/>
            <a:ext cx="19476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71" name="Google Shape;671;p15"/>
          <p:cNvSpPr txBox="1">
            <a:spLocks noGrp="1"/>
          </p:cNvSpPr>
          <p:nvPr>
            <p:ph type="subTitle" idx="5"/>
          </p:nvPr>
        </p:nvSpPr>
        <p:spPr>
          <a:xfrm>
            <a:off x="2825496" y="3200400"/>
            <a:ext cx="19452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2" name="Google Shape;672;p15"/>
          <p:cNvSpPr txBox="1">
            <a:spLocks noGrp="1"/>
          </p:cNvSpPr>
          <p:nvPr>
            <p:ph type="subTitle" idx="6"/>
          </p:nvPr>
        </p:nvSpPr>
        <p:spPr>
          <a:xfrm>
            <a:off x="2825496" y="3593592"/>
            <a:ext cx="19452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73" name="Google Shape;673;p15"/>
          <p:cNvSpPr txBox="1">
            <a:spLocks noGrp="1"/>
          </p:cNvSpPr>
          <p:nvPr>
            <p:ph type="subTitle" idx="7"/>
          </p:nvPr>
        </p:nvSpPr>
        <p:spPr>
          <a:xfrm>
            <a:off x="6464808" y="3200400"/>
            <a:ext cx="19935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4" name="Google Shape;674;p15"/>
          <p:cNvSpPr txBox="1">
            <a:spLocks noGrp="1"/>
          </p:cNvSpPr>
          <p:nvPr>
            <p:ph type="subTitle" idx="8"/>
          </p:nvPr>
        </p:nvSpPr>
        <p:spPr>
          <a:xfrm>
            <a:off x="6464808" y="3593592"/>
            <a:ext cx="19935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cxnSp>
        <p:nvCxnSpPr>
          <p:cNvPr id="675" name="Google Shape;675;p15"/>
          <p:cNvCxnSpPr/>
          <p:nvPr/>
        </p:nvCxnSpPr>
        <p:spPr>
          <a:xfrm rot="10800000">
            <a:off x="8109000" y="501275"/>
            <a:ext cx="737700" cy="737700"/>
          </a:xfrm>
          <a:prstGeom prst="straightConnector1">
            <a:avLst/>
          </a:prstGeom>
          <a:noFill/>
          <a:ln w="9525" cap="flat" cmpd="sng">
            <a:solidFill>
              <a:schemeClr val="dk1"/>
            </a:solidFill>
            <a:prstDash val="solid"/>
            <a:round/>
            <a:headEnd type="none" w="med" len="med"/>
            <a:tailEnd type="none" w="med" len="med"/>
          </a:ln>
        </p:spPr>
      </p:cxnSp>
      <p:cxnSp>
        <p:nvCxnSpPr>
          <p:cNvPr id="676" name="Google Shape;676;p15"/>
          <p:cNvCxnSpPr/>
          <p:nvPr/>
        </p:nvCxnSpPr>
        <p:spPr>
          <a:xfrm>
            <a:off x="582475" y="282188"/>
            <a:ext cx="1212900" cy="422700"/>
          </a:xfrm>
          <a:prstGeom prst="straightConnector1">
            <a:avLst/>
          </a:prstGeom>
          <a:noFill/>
          <a:ln w="9525" cap="flat" cmpd="sng">
            <a:solidFill>
              <a:schemeClr val="dk1"/>
            </a:solidFill>
            <a:prstDash val="solid"/>
            <a:round/>
            <a:headEnd type="none" w="med" len="med"/>
            <a:tailEnd type="none" w="med" len="med"/>
          </a:ln>
        </p:spPr>
      </p:cxnSp>
      <p:cxnSp>
        <p:nvCxnSpPr>
          <p:cNvPr id="677" name="Google Shape;677;p15"/>
          <p:cNvCxnSpPr/>
          <p:nvPr/>
        </p:nvCxnSpPr>
        <p:spPr>
          <a:xfrm rot="10800000" flipH="1">
            <a:off x="0" y="274188"/>
            <a:ext cx="582600" cy="654300"/>
          </a:xfrm>
          <a:prstGeom prst="straightConnector1">
            <a:avLst/>
          </a:prstGeom>
          <a:noFill/>
          <a:ln w="9525" cap="flat" cmpd="sng">
            <a:solidFill>
              <a:schemeClr val="dk1"/>
            </a:solidFill>
            <a:prstDash val="solid"/>
            <a:round/>
            <a:headEnd type="none" w="med" len="med"/>
            <a:tailEnd type="none" w="med" len="med"/>
          </a:ln>
        </p:spPr>
      </p:cxnSp>
      <p:grpSp>
        <p:nvGrpSpPr>
          <p:cNvPr id="678" name="Google Shape;678;p15"/>
          <p:cNvGrpSpPr/>
          <p:nvPr/>
        </p:nvGrpSpPr>
        <p:grpSpPr>
          <a:xfrm flipH="1">
            <a:off x="423750" y="125363"/>
            <a:ext cx="292025" cy="292575"/>
            <a:chOff x="7353050" y="316275"/>
            <a:chExt cx="292025" cy="292575"/>
          </a:xfrm>
        </p:grpSpPr>
        <p:sp>
          <p:nvSpPr>
            <p:cNvPr id="679" name="Google Shape;679;p1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3" name="Google Shape;683;p15"/>
          <p:cNvGrpSpPr/>
          <p:nvPr/>
        </p:nvGrpSpPr>
        <p:grpSpPr>
          <a:xfrm>
            <a:off x="1638739" y="558163"/>
            <a:ext cx="293111" cy="293388"/>
            <a:chOff x="3164039" y="430875"/>
            <a:chExt cx="293111" cy="293388"/>
          </a:xfrm>
        </p:grpSpPr>
        <p:sp>
          <p:nvSpPr>
            <p:cNvPr id="684" name="Google Shape;684;p15"/>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5"/>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5"/>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5"/>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5"/>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5"/>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0" name="Google Shape;690;p15"/>
          <p:cNvGrpSpPr/>
          <p:nvPr/>
        </p:nvGrpSpPr>
        <p:grpSpPr>
          <a:xfrm>
            <a:off x="1591750" y="362600"/>
            <a:ext cx="175013" cy="27000"/>
            <a:chOff x="5662375" y="212375"/>
            <a:chExt cx="175013" cy="27000"/>
          </a:xfrm>
        </p:grpSpPr>
        <p:sp>
          <p:nvSpPr>
            <p:cNvPr id="691" name="Google Shape;691;p1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1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1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94" name="Google Shape;694;p15"/>
          <p:cNvCxnSpPr/>
          <p:nvPr/>
        </p:nvCxnSpPr>
        <p:spPr>
          <a:xfrm flipH="1">
            <a:off x="8151325" y="6875"/>
            <a:ext cx="1002600" cy="494400"/>
          </a:xfrm>
          <a:prstGeom prst="straightConnector1">
            <a:avLst/>
          </a:prstGeom>
          <a:noFill/>
          <a:ln w="9525" cap="flat" cmpd="sng">
            <a:solidFill>
              <a:schemeClr val="dk1"/>
            </a:solidFill>
            <a:prstDash val="solid"/>
            <a:round/>
            <a:headEnd type="none" w="med" len="med"/>
            <a:tailEnd type="none" w="med" len="med"/>
          </a:ln>
        </p:spPr>
      </p:cxnSp>
      <p:grpSp>
        <p:nvGrpSpPr>
          <p:cNvPr id="695" name="Google Shape;695;p15"/>
          <p:cNvGrpSpPr/>
          <p:nvPr/>
        </p:nvGrpSpPr>
        <p:grpSpPr>
          <a:xfrm>
            <a:off x="7823875" y="202375"/>
            <a:ext cx="581800" cy="582350"/>
            <a:chOff x="8064275" y="887850"/>
            <a:chExt cx="581800" cy="582350"/>
          </a:xfrm>
        </p:grpSpPr>
        <p:sp>
          <p:nvSpPr>
            <p:cNvPr id="696" name="Google Shape;696;p1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1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1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1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1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2" name="Google Shape;702;p15"/>
          <p:cNvGrpSpPr/>
          <p:nvPr/>
        </p:nvGrpSpPr>
        <p:grpSpPr>
          <a:xfrm flipH="1">
            <a:off x="8698650" y="1117488"/>
            <a:ext cx="292025" cy="292575"/>
            <a:chOff x="7353050" y="316275"/>
            <a:chExt cx="292025" cy="292575"/>
          </a:xfrm>
        </p:grpSpPr>
        <p:sp>
          <p:nvSpPr>
            <p:cNvPr id="703" name="Google Shape;703;p1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1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7" name="Google Shape;707;p15"/>
          <p:cNvGrpSpPr/>
          <p:nvPr/>
        </p:nvGrpSpPr>
        <p:grpSpPr>
          <a:xfrm>
            <a:off x="8678350" y="1581800"/>
            <a:ext cx="175013" cy="27000"/>
            <a:chOff x="5662375" y="212375"/>
            <a:chExt cx="175013" cy="27000"/>
          </a:xfrm>
        </p:grpSpPr>
        <p:sp>
          <p:nvSpPr>
            <p:cNvPr id="708" name="Google Shape;708;p1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2">
  <p:cSld name="CUSTOM_10">
    <p:spTree>
      <p:nvGrpSpPr>
        <p:cNvPr id="1" name="Shape 840"/>
        <p:cNvGrpSpPr/>
        <p:nvPr/>
      </p:nvGrpSpPr>
      <p:grpSpPr>
        <a:xfrm>
          <a:off x="0" y="0"/>
          <a:ext cx="0" cy="0"/>
          <a:chOff x="0" y="0"/>
          <a:chExt cx="0" cy="0"/>
        </a:xfrm>
      </p:grpSpPr>
      <p:sp>
        <p:nvSpPr>
          <p:cNvPr id="841" name="Google Shape;841;p18"/>
          <p:cNvSpPr txBox="1">
            <a:spLocks noGrp="1"/>
          </p:cNvSpPr>
          <p:nvPr>
            <p:ph type="title"/>
          </p:nvPr>
        </p:nvSpPr>
        <p:spPr>
          <a:xfrm>
            <a:off x="1271016" y="338328"/>
            <a:ext cx="6611100" cy="548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sp>
        <p:nvSpPr>
          <p:cNvPr id="842" name="Google Shape;842;p18"/>
          <p:cNvSpPr txBox="1">
            <a:spLocks noGrp="1"/>
          </p:cNvSpPr>
          <p:nvPr>
            <p:ph type="subTitle" idx="1"/>
          </p:nvPr>
        </p:nvSpPr>
        <p:spPr>
          <a:xfrm>
            <a:off x="4690875" y="1491351"/>
            <a:ext cx="3557100" cy="2656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cxnSp>
        <p:nvCxnSpPr>
          <p:cNvPr id="843" name="Google Shape;843;p18"/>
          <p:cNvCxnSpPr/>
          <p:nvPr/>
        </p:nvCxnSpPr>
        <p:spPr>
          <a:xfrm rot="10800000">
            <a:off x="8109000" y="501275"/>
            <a:ext cx="737700" cy="737700"/>
          </a:xfrm>
          <a:prstGeom prst="straightConnector1">
            <a:avLst/>
          </a:prstGeom>
          <a:noFill/>
          <a:ln w="9525" cap="flat" cmpd="sng">
            <a:solidFill>
              <a:schemeClr val="dk1"/>
            </a:solidFill>
            <a:prstDash val="solid"/>
            <a:round/>
            <a:headEnd type="none" w="med" len="med"/>
            <a:tailEnd type="none" w="med" len="med"/>
          </a:ln>
        </p:spPr>
      </p:cxnSp>
      <p:cxnSp>
        <p:nvCxnSpPr>
          <p:cNvPr id="844" name="Google Shape;844;p18"/>
          <p:cNvCxnSpPr/>
          <p:nvPr/>
        </p:nvCxnSpPr>
        <p:spPr>
          <a:xfrm>
            <a:off x="582475" y="282188"/>
            <a:ext cx="1212900" cy="422700"/>
          </a:xfrm>
          <a:prstGeom prst="straightConnector1">
            <a:avLst/>
          </a:prstGeom>
          <a:noFill/>
          <a:ln w="9525" cap="flat" cmpd="sng">
            <a:solidFill>
              <a:schemeClr val="dk1"/>
            </a:solidFill>
            <a:prstDash val="solid"/>
            <a:round/>
            <a:headEnd type="none" w="med" len="med"/>
            <a:tailEnd type="none" w="med" len="med"/>
          </a:ln>
        </p:spPr>
      </p:cxnSp>
      <p:cxnSp>
        <p:nvCxnSpPr>
          <p:cNvPr id="845" name="Google Shape;845;p18"/>
          <p:cNvCxnSpPr/>
          <p:nvPr/>
        </p:nvCxnSpPr>
        <p:spPr>
          <a:xfrm rot="10800000" flipH="1">
            <a:off x="0" y="274188"/>
            <a:ext cx="582600" cy="654300"/>
          </a:xfrm>
          <a:prstGeom prst="straightConnector1">
            <a:avLst/>
          </a:prstGeom>
          <a:noFill/>
          <a:ln w="9525" cap="flat" cmpd="sng">
            <a:solidFill>
              <a:schemeClr val="dk1"/>
            </a:solidFill>
            <a:prstDash val="solid"/>
            <a:round/>
            <a:headEnd type="none" w="med" len="med"/>
            <a:tailEnd type="none" w="med" len="med"/>
          </a:ln>
        </p:spPr>
      </p:cxnSp>
      <p:grpSp>
        <p:nvGrpSpPr>
          <p:cNvPr id="846" name="Google Shape;846;p18"/>
          <p:cNvGrpSpPr/>
          <p:nvPr/>
        </p:nvGrpSpPr>
        <p:grpSpPr>
          <a:xfrm flipH="1">
            <a:off x="423750" y="125363"/>
            <a:ext cx="292025" cy="292575"/>
            <a:chOff x="7353050" y="316275"/>
            <a:chExt cx="292025" cy="292575"/>
          </a:xfrm>
        </p:grpSpPr>
        <p:sp>
          <p:nvSpPr>
            <p:cNvPr id="847" name="Google Shape;847;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1" name="Google Shape;851;p18"/>
          <p:cNvGrpSpPr/>
          <p:nvPr/>
        </p:nvGrpSpPr>
        <p:grpSpPr>
          <a:xfrm>
            <a:off x="1638739" y="558163"/>
            <a:ext cx="293111" cy="293388"/>
            <a:chOff x="3164039" y="430875"/>
            <a:chExt cx="293111" cy="293388"/>
          </a:xfrm>
        </p:grpSpPr>
        <p:sp>
          <p:nvSpPr>
            <p:cNvPr id="852" name="Google Shape;852;p1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1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1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1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1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1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8" name="Google Shape;858;p18"/>
          <p:cNvGrpSpPr/>
          <p:nvPr/>
        </p:nvGrpSpPr>
        <p:grpSpPr>
          <a:xfrm>
            <a:off x="1591750" y="362600"/>
            <a:ext cx="175013" cy="27000"/>
            <a:chOff x="5662375" y="212375"/>
            <a:chExt cx="175013" cy="27000"/>
          </a:xfrm>
        </p:grpSpPr>
        <p:sp>
          <p:nvSpPr>
            <p:cNvPr id="859" name="Google Shape;859;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62" name="Google Shape;862;p18"/>
          <p:cNvCxnSpPr/>
          <p:nvPr/>
        </p:nvCxnSpPr>
        <p:spPr>
          <a:xfrm flipH="1">
            <a:off x="8151325" y="6875"/>
            <a:ext cx="1002600" cy="494400"/>
          </a:xfrm>
          <a:prstGeom prst="straightConnector1">
            <a:avLst/>
          </a:prstGeom>
          <a:noFill/>
          <a:ln w="9525" cap="flat" cmpd="sng">
            <a:solidFill>
              <a:schemeClr val="dk1"/>
            </a:solidFill>
            <a:prstDash val="solid"/>
            <a:round/>
            <a:headEnd type="none" w="med" len="med"/>
            <a:tailEnd type="none" w="med" len="med"/>
          </a:ln>
        </p:spPr>
      </p:cxnSp>
      <p:grpSp>
        <p:nvGrpSpPr>
          <p:cNvPr id="863" name="Google Shape;863;p18"/>
          <p:cNvGrpSpPr/>
          <p:nvPr/>
        </p:nvGrpSpPr>
        <p:grpSpPr>
          <a:xfrm>
            <a:off x="7823875" y="202375"/>
            <a:ext cx="581800" cy="582350"/>
            <a:chOff x="8064275" y="887850"/>
            <a:chExt cx="581800" cy="582350"/>
          </a:xfrm>
        </p:grpSpPr>
        <p:sp>
          <p:nvSpPr>
            <p:cNvPr id="864" name="Google Shape;864;p1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1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1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1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1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1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0" name="Google Shape;870;p18"/>
          <p:cNvGrpSpPr/>
          <p:nvPr/>
        </p:nvGrpSpPr>
        <p:grpSpPr>
          <a:xfrm flipH="1">
            <a:off x="8698650" y="1117488"/>
            <a:ext cx="292025" cy="292575"/>
            <a:chOff x="7353050" y="316275"/>
            <a:chExt cx="292025" cy="292575"/>
          </a:xfrm>
        </p:grpSpPr>
        <p:sp>
          <p:nvSpPr>
            <p:cNvPr id="871" name="Google Shape;871;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5" name="Google Shape;875;p18"/>
          <p:cNvGrpSpPr/>
          <p:nvPr/>
        </p:nvGrpSpPr>
        <p:grpSpPr>
          <a:xfrm>
            <a:off x="8678350" y="1581800"/>
            <a:ext cx="175013" cy="27000"/>
            <a:chOff x="5662375" y="212375"/>
            <a:chExt cx="175013" cy="27000"/>
          </a:xfrm>
        </p:grpSpPr>
        <p:sp>
          <p:nvSpPr>
            <p:cNvPr id="876" name="Google Shape;876;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79" name="Google Shape;879;p18"/>
          <p:cNvCxnSpPr/>
          <p:nvPr/>
        </p:nvCxnSpPr>
        <p:spPr>
          <a:xfrm flipH="1">
            <a:off x="5101704"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880" name="Google Shape;880;p18"/>
          <p:cNvCxnSpPr/>
          <p:nvPr/>
        </p:nvCxnSpPr>
        <p:spPr>
          <a:xfrm rot="10800000">
            <a:off x="6234804"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881" name="Google Shape;881;p18"/>
          <p:cNvCxnSpPr/>
          <p:nvPr/>
        </p:nvCxnSpPr>
        <p:spPr>
          <a:xfrm flipH="1">
            <a:off x="7547529"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882" name="Google Shape;882;p18"/>
          <p:cNvCxnSpPr/>
          <p:nvPr/>
        </p:nvCxnSpPr>
        <p:spPr>
          <a:xfrm flipH="1">
            <a:off x="8872054"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883" name="Google Shape;883;p18"/>
          <p:cNvGrpSpPr/>
          <p:nvPr/>
        </p:nvGrpSpPr>
        <p:grpSpPr>
          <a:xfrm>
            <a:off x="7278954" y="4513075"/>
            <a:ext cx="581800" cy="582350"/>
            <a:chOff x="8064275" y="887850"/>
            <a:chExt cx="581800" cy="582350"/>
          </a:xfrm>
        </p:grpSpPr>
        <p:sp>
          <p:nvSpPr>
            <p:cNvPr id="884" name="Google Shape;884;p1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1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1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1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1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1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0" name="Google Shape;890;p18"/>
          <p:cNvGrpSpPr/>
          <p:nvPr/>
        </p:nvGrpSpPr>
        <p:grpSpPr>
          <a:xfrm>
            <a:off x="6099454" y="4340463"/>
            <a:ext cx="292025" cy="292575"/>
            <a:chOff x="7353050" y="316275"/>
            <a:chExt cx="292025" cy="292575"/>
          </a:xfrm>
        </p:grpSpPr>
        <p:sp>
          <p:nvSpPr>
            <p:cNvPr id="891" name="Google Shape;891;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5" name="Google Shape;895;p18"/>
          <p:cNvGrpSpPr/>
          <p:nvPr/>
        </p:nvGrpSpPr>
        <p:grpSpPr>
          <a:xfrm>
            <a:off x="8792779" y="4315025"/>
            <a:ext cx="175000" cy="175000"/>
            <a:chOff x="8792300" y="321275"/>
            <a:chExt cx="175000" cy="175000"/>
          </a:xfrm>
        </p:grpSpPr>
        <p:sp>
          <p:nvSpPr>
            <p:cNvPr id="896" name="Google Shape;896;p1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1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1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1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0" name="Google Shape;900;p18"/>
          <p:cNvGrpSpPr/>
          <p:nvPr/>
        </p:nvGrpSpPr>
        <p:grpSpPr>
          <a:xfrm flipH="1">
            <a:off x="4972779" y="4657550"/>
            <a:ext cx="293111" cy="293388"/>
            <a:chOff x="3164039" y="430875"/>
            <a:chExt cx="293111" cy="293388"/>
          </a:xfrm>
        </p:grpSpPr>
        <p:sp>
          <p:nvSpPr>
            <p:cNvPr id="901" name="Google Shape;901;p1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1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1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1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1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1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7" name="Google Shape;907;p18"/>
          <p:cNvGrpSpPr/>
          <p:nvPr/>
        </p:nvGrpSpPr>
        <p:grpSpPr>
          <a:xfrm>
            <a:off x="8721804" y="4142425"/>
            <a:ext cx="175013" cy="27000"/>
            <a:chOff x="5662375" y="212375"/>
            <a:chExt cx="175013" cy="27000"/>
          </a:xfrm>
        </p:grpSpPr>
        <p:sp>
          <p:nvSpPr>
            <p:cNvPr id="908" name="Google Shape;908;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anks">
  <p:cSld name="CUSTOM_9">
    <p:spTree>
      <p:nvGrpSpPr>
        <p:cNvPr id="1" name="Shape 911"/>
        <p:cNvGrpSpPr/>
        <p:nvPr/>
      </p:nvGrpSpPr>
      <p:grpSpPr>
        <a:xfrm>
          <a:off x="0" y="0"/>
          <a:ext cx="0" cy="0"/>
          <a:chOff x="0" y="0"/>
          <a:chExt cx="0" cy="0"/>
        </a:xfrm>
      </p:grpSpPr>
      <p:sp>
        <p:nvSpPr>
          <p:cNvPr id="912" name="Google Shape;912;p19"/>
          <p:cNvSpPr txBox="1">
            <a:spLocks noGrp="1"/>
          </p:cNvSpPr>
          <p:nvPr>
            <p:ph type="title"/>
          </p:nvPr>
        </p:nvSpPr>
        <p:spPr>
          <a:xfrm>
            <a:off x="2105425" y="384048"/>
            <a:ext cx="4937700" cy="10791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sz="4800"/>
            </a:lvl1pPr>
            <a:lvl2pPr lvl="1">
              <a:spcBef>
                <a:spcPts val="0"/>
              </a:spcBef>
              <a:spcAft>
                <a:spcPts val="0"/>
              </a:spcAft>
              <a:buNone/>
              <a:defRPr sz="4800"/>
            </a:lvl2pPr>
            <a:lvl3pPr lvl="2">
              <a:spcBef>
                <a:spcPts val="0"/>
              </a:spcBef>
              <a:spcAft>
                <a:spcPts val="0"/>
              </a:spcAft>
              <a:buNone/>
              <a:defRPr sz="4800"/>
            </a:lvl3pPr>
            <a:lvl4pPr lvl="3">
              <a:spcBef>
                <a:spcPts val="0"/>
              </a:spcBef>
              <a:spcAft>
                <a:spcPts val="0"/>
              </a:spcAft>
              <a:buNone/>
              <a:defRPr sz="4800"/>
            </a:lvl4pPr>
            <a:lvl5pPr lvl="4">
              <a:spcBef>
                <a:spcPts val="0"/>
              </a:spcBef>
              <a:spcAft>
                <a:spcPts val="0"/>
              </a:spcAft>
              <a:buNone/>
              <a:defRPr sz="4800"/>
            </a:lvl5pPr>
            <a:lvl6pPr lvl="5">
              <a:spcBef>
                <a:spcPts val="0"/>
              </a:spcBef>
              <a:spcAft>
                <a:spcPts val="0"/>
              </a:spcAft>
              <a:buNone/>
              <a:defRPr sz="4800"/>
            </a:lvl6pPr>
            <a:lvl7pPr lvl="6">
              <a:spcBef>
                <a:spcPts val="0"/>
              </a:spcBef>
              <a:spcAft>
                <a:spcPts val="0"/>
              </a:spcAft>
              <a:buNone/>
              <a:defRPr sz="4800"/>
            </a:lvl7pPr>
            <a:lvl8pPr lvl="7">
              <a:spcBef>
                <a:spcPts val="0"/>
              </a:spcBef>
              <a:spcAft>
                <a:spcPts val="0"/>
              </a:spcAft>
              <a:buNone/>
              <a:defRPr sz="4800"/>
            </a:lvl8pPr>
            <a:lvl9pPr lvl="8">
              <a:spcBef>
                <a:spcPts val="0"/>
              </a:spcBef>
              <a:spcAft>
                <a:spcPts val="0"/>
              </a:spcAft>
              <a:buNone/>
              <a:defRPr sz="4800"/>
            </a:lvl9pPr>
          </a:lstStyle>
          <a:p>
            <a:endParaRPr/>
          </a:p>
        </p:txBody>
      </p:sp>
      <p:sp>
        <p:nvSpPr>
          <p:cNvPr id="913" name="Google Shape;913;p19"/>
          <p:cNvSpPr txBox="1">
            <a:spLocks noGrp="1"/>
          </p:cNvSpPr>
          <p:nvPr>
            <p:ph type="subTitle" idx="1"/>
          </p:nvPr>
        </p:nvSpPr>
        <p:spPr>
          <a:xfrm>
            <a:off x="3017520" y="1709928"/>
            <a:ext cx="3099900" cy="14355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None/>
              <a:defRPr sz="1600">
                <a:latin typeface="Barlow Semi Condensed"/>
                <a:ea typeface="Barlow Semi Condensed"/>
                <a:cs typeface="Barlow Semi Condensed"/>
                <a:sym typeface="Barlow Semi Condensed"/>
              </a:defRPr>
            </a:lvl1pPr>
            <a:lvl2pPr lvl="1">
              <a:spcBef>
                <a:spcPts val="0"/>
              </a:spcBef>
              <a:spcAft>
                <a:spcPts val="0"/>
              </a:spcAft>
              <a:buNone/>
              <a:defRPr>
                <a:latin typeface="Barlow Semi Condensed"/>
                <a:ea typeface="Barlow Semi Condensed"/>
                <a:cs typeface="Barlow Semi Condensed"/>
                <a:sym typeface="Barlow Semi Condensed"/>
              </a:defRPr>
            </a:lvl2pPr>
            <a:lvl3pPr lvl="2">
              <a:spcBef>
                <a:spcPts val="0"/>
              </a:spcBef>
              <a:spcAft>
                <a:spcPts val="0"/>
              </a:spcAft>
              <a:buNone/>
              <a:defRPr>
                <a:latin typeface="Barlow Semi Condensed"/>
                <a:ea typeface="Barlow Semi Condensed"/>
                <a:cs typeface="Barlow Semi Condensed"/>
                <a:sym typeface="Barlow Semi Condensed"/>
              </a:defRPr>
            </a:lvl3pPr>
            <a:lvl4pPr lvl="3">
              <a:spcBef>
                <a:spcPts val="0"/>
              </a:spcBef>
              <a:spcAft>
                <a:spcPts val="0"/>
              </a:spcAft>
              <a:buNone/>
              <a:defRPr>
                <a:latin typeface="Barlow Semi Condensed"/>
                <a:ea typeface="Barlow Semi Condensed"/>
                <a:cs typeface="Barlow Semi Condensed"/>
                <a:sym typeface="Barlow Semi Condensed"/>
              </a:defRPr>
            </a:lvl4pPr>
            <a:lvl5pPr lvl="4">
              <a:spcBef>
                <a:spcPts val="0"/>
              </a:spcBef>
              <a:spcAft>
                <a:spcPts val="0"/>
              </a:spcAft>
              <a:buNone/>
              <a:defRPr>
                <a:latin typeface="Barlow Semi Condensed"/>
                <a:ea typeface="Barlow Semi Condensed"/>
                <a:cs typeface="Barlow Semi Condensed"/>
                <a:sym typeface="Barlow Semi Condensed"/>
              </a:defRPr>
            </a:lvl5pPr>
            <a:lvl6pPr lvl="5">
              <a:spcBef>
                <a:spcPts val="0"/>
              </a:spcBef>
              <a:spcAft>
                <a:spcPts val="0"/>
              </a:spcAft>
              <a:buNone/>
              <a:defRPr>
                <a:latin typeface="Barlow Semi Condensed"/>
                <a:ea typeface="Barlow Semi Condensed"/>
                <a:cs typeface="Barlow Semi Condensed"/>
                <a:sym typeface="Barlow Semi Condensed"/>
              </a:defRPr>
            </a:lvl6pPr>
            <a:lvl7pPr lvl="6">
              <a:spcBef>
                <a:spcPts val="0"/>
              </a:spcBef>
              <a:spcAft>
                <a:spcPts val="0"/>
              </a:spcAft>
              <a:buNone/>
              <a:defRPr>
                <a:latin typeface="Barlow Semi Condensed"/>
                <a:ea typeface="Barlow Semi Condensed"/>
                <a:cs typeface="Barlow Semi Condensed"/>
                <a:sym typeface="Barlow Semi Condensed"/>
              </a:defRPr>
            </a:lvl7pPr>
            <a:lvl8pPr lvl="7">
              <a:spcBef>
                <a:spcPts val="0"/>
              </a:spcBef>
              <a:spcAft>
                <a:spcPts val="0"/>
              </a:spcAft>
              <a:buNone/>
              <a:defRPr>
                <a:latin typeface="Barlow Semi Condensed"/>
                <a:ea typeface="Barlow Semi Condensed"/>
                <a:cs typeface="Barlow Semi Condensed"/>
                <a:sym typeface="Barlow Semi Condensed"/>
              </a:defRPr>
            </a:lvl8pPr>
            <a:lvl9pPr lvl="8">
              <a:spcBef>
                <a:spcPts val="0"/>
              </a:spcBef>
              <a:spcAft>
                <a:spcPts val="0"/>
              </a:spcAft>
              <a:buNone/>
              <a:defRPr>
                <a:latin typeface="Barlow Semi Condensed"/>
                <a:ea typeface="Barlow Semi Condensed"/>
                <a:cs typeface="Barlow Semi Condensed"/>
                <a:sym typeface="Barlow Semi Condensed"/>
              </a:defRPr>
            </a:lvl9pPr>
          </a:lstStyle>
          <a:p>
            <a:endParaRPr/>
          </a:p>
        </p:txBody>
      </p:sp>
      <p:sp>
        <p:nvSpPr>
          <p:cNvPr id="914" name="Google Shape;914;p19"/>
          <p:cNvSpPr txBox="1"/>
          <p:nvPr/>
        </p:nvSpPr>
        <p:spPr>
          <a:xfrm>
            <a:off x="2489375" y="3664200"/>
            <a:ext cx="4161600" cy="7623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100">
                <a:solidFill>
                  <a:schemeClr val="accent1"/>
                </a:solidFill>
                <a:latin typeface="Barlow Semi Condensed Medium"/>
                <a:ea typeface="Barlow Semi Condensed Medium"/>
                <a:cs typeface="Barlow Semi Condensed Medium"/>
                <a:sym typeface="Barlow Semi Condensed Medium"/>
              </a:rPr>
              <a:t>CREDITS:</a:t>
            </a:r>
            <a:r>
              <a:rPr lang="en" sz="1100">
                <a:solidFill>
                  <a:schemeClr val="dk2"/>
                </a:solidFill>
                <a:latin typeface="Barlow Semi Condensed"/>
                <a:ea typeface="Barlow Semi Condensed"/>
                <a:cs typeface="Barlow Semi Condensed"/>
                <a:sym typeface="Barlow Semi Condensed"/>
              </a:rPr>
              <a:t> This presentation template was created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2">
                  <a:extLst>
                    <a:ext uri="{A12FA001-AC4F-418D-AE19-62706E023703}">
                      <ahyp:hlinkClr xmlns:ahyp="http://schemas.microsoft.com/office/drawing/2018/hyperlinkcolor" val="tx"/>
                    </a:ext>
                  </a:extLst>
                </a:hlinkClick>
              </a:rPr>
              <a:t>Slidesgo</a:t>
            </a:r>
            <a:r>
              <a:rPr lang="en" sz="1100">
                <a:solidFill>
                  <a:schemeClr val="dk2"/>
                </a:solidFill>
                <a:latin typeface="Barlow Semi Condensed"/>
                <a:ea typeface="Barlow Semi Condensed"/>
                <a:cs typeface="Barlow Semi Condensed"/>
                <a:sym typeface="Barlow Semi Condensed"/>
              </a:rPr>
              <a:t>, including icons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3">
                  <a:extLst>
                    <a:ext uri="{A12FA001-AC4F-418D-AE19-62706E023703}">
                      <ahyp:hlinkClr xmlns:ahyp="http://schemas.microsoft.com/office/drawing/2018/hyperlinkcolor" val="tx"/>
                    </a:ext>
                  </a:extLst>
                </a:hlinkClick>
              </a:rPr>
              <a:t>Flaticon</a:t>
            </a:r>
            <a:r>
              <a:rPr lang="en" sz="1100">
                <a:solidFill>
                  <a:schemeClr val="dk2"/>
                </a:solidFill>
                <a:latin typeface="Barlow Semi Condensed"/>
                <a:ea typeface="Barlow Semi Condensed"/>
                <a:cs typeface="Barlow Semi Condensed"/>
                <a:sym typeface="Barlow Semi Condensed"/>
              </a:rPr>
              <a:t>, infographics &amp; images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4">
                  <a:extLst>
                    <a:ext uri="{A12FA001-AC4F-418D-AE19-62706E023703}">
                      <ahyp:hlinkClr xmlns:ahyp="http://schemas.microsoft.com/office/drawing/2018/hyperlinkcolor" val="tx"/>
                    </a:ext>
                  </a:extLst>
                </a:hlinkClick>
              </a:rPr>
              <a:t>Freepik</a:t>
            </a:r>
            <a:r>
              <a:rPr lang="en" sz="1100">
                <a:solidFill>
                  <a:schemeClr val="dk2"/>
                </a:solidFill>
                <a:latin typeface="Barlow Semi Condensed"/>
                <a:ea typeface="Barlow Semi Condensed"/>
                <a:cs typeface="Barlow Semi Condensed"/>
                <a:sym typeface="Barlow Semi Condensed"/>
              </a:rPr>
              <a:t> and illustrations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5">
                  <a:extLst>
                    <a:ext uri="{A12FA001-AC4F-418D-AE19-62706E023703}">
                      <ahyp:hlinkClr xmlns:ahyp="http://schemas.microsoft.com/office/drawing/2018/hyperlinkcolor" val="tx"/>
                    </a:ext>
                  </a:extLst>
                </a:hlinkClick>
              </a:rPr>
              <a:t>Stories</a:t>
            </a:r>
            <a:endParaRPr>
              <a:solidFill>
                <a:schemeClr val="dk2"/>
              </a:solidFill>
              <a:latin typeface="Barlow Semi Condensed Medium"/>
              <a:ea typeface="Barlow Semi Condensed Medium"/>
              <a:cs typeface="Barlow Semi Condensed Medium"/>
              <a:sym typeface="Barlow Semi Condensed Medium"/>
            </a:endParaRPr>
          </a:p>
          <a:p>
            <a:pPr marL="0" lvl="0" indent="0" algn="ctr" rtl="0">
              <a:spcBef>
                <a:spcPts val="0"/>
              </a:spcBef>
              <a:spcAft>
                <a:spcPts val="0"/>
              </a:spcAft>
              <a:buNone/>
            </a:pPr>
            <a:endParaRPr>
              <a:solidFill>
                <a:schemeClr val="dk2"/>
              </a:solidFill>
              <a:latin typeface="Barlow Semi Condensed"/>
              <a:ea typeface="Barlow Semi Condensed"/>
              <a:cs typeface="Barlow Semi Condensed"/>
              <a:sym typeface="Barlow Semi Condensed"/>
            </a:endParaRPr>
          </a:p>
        </p:txBody>
      </p:sp>
      <p:cxnSp>
        <p:nvCxnSpPr>
          <p:cNvPr id="915" name="Google Shape;915;p19"/>
          <p:cNvCxnSpPr/>
          <p:nvPr/>
        </p:nvCxnSpPr>
        <p:spPr>
          <a:xfrm rot="5400000">
            <a:off x="7269708" y="3324550"/>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916" name="Google Shape;916;p19"/>
          <p:cNvCxnSpPr/>
          <p:nvPr/>
        </p:nvCxnSpPr>
        <p:spPr>
          <a:xfrm rot="-5400000" flipH="1">
            <a:off x="7181408" y="2082400"/>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917" name="Google Shape;917;p19"/>
          <p:cNvCxnSpPr/>
          <p:nvPr/>
        </p:nvCxnSpPr>
        <p:spPr>
          <a:xfrm rot="5400000">
            <a:off x="7232433" y="736375"/>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918" name="Google Shape;918;p19"/>
          <p:cNvCxnSpPr/>
          <p:nvPr/>
        </p:nvCxnSpPr>
        <p:spPr>
          <a:xfrm rot="5400000">
            <a:off x="8168433" y="-6660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919" name="Google Shape;919;p19"/>
          <p:cNvGrpSpPr/>
          <p:nvPr/>
        </p:nvGrpSpPr>
        <p:grpSpPr>
          <a:xfrm rot="5400000" flipH="1">
            <a:off x="7407333" y="1284925"/>
            <a:ext cx="581800" cy="582350"/>
            <a:chOff x="8064275" y="887850"/>
            <a:chExt cx="581800" cy="582350"/>
          </a:xfrm>
        </p:grpSpPr>
        <p:sp>
          <p:nvSpPr>
            <p:cNvPr id="920" name="Google Shape;920;p1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1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1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1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1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1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 name="Google Shape;926;p19"/>
          <p:cNvGrpSpPr/>
          <p:nvPr/>
        </p:nvGrpSpPr>
        <p:grpSpPr>
          <a:xfrm rot="5400000" flipH="1">
            <a:off x="7869720" y="2754200"/>
            <a:ext cx="292025" cy="292575"/>
            <a:chOff x="7353050" y="316275"/>
            <a:chExt cx="292025" cy="292575"/>
          </a:xfrm>
        </p:grpSpPr>
        <p:sp>
          <p:nvSpPr>
            <p:cNvPr id="927" name="Google Shape;927;p1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1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1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1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1" name="Google Shape;931;p19"/>
          <p:cNvGrpSpPr/>
          <p:nvPr/>
        </p:nvGrpSpPr>
        <p:grpSpPr>
          <a:xfrm rot="5400000" flipH="1">
            <a:off x="8012458" y="178175"/>
            <a:ext cx="175000" cy="175000"/>
            <a:chOff x="8792300" y="321275"/>
            <a:chExt cx="175000" cy="175000"/>
          </a:xfrm>
        </p:grpSpPr>
        <p:sp>
          <p:nvSpPr>
            <p:cNvPr id="932" name="Google Shape;932;p1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1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1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6" name="Google Shape;936;p19"/>
          <p:cNvGrpSpPr/>
          <p:nvPr/>
        </p:nvGrpSpPr>
        <p:grpSpPr>
          <a:xfrm rot="5400000">
            <a:off x="7551683" y="3879926"/>
            <a:ext cx="293111" cy="293388"/>
            <a:chOff x="3164039" y="430875"/>
            <a:chExt cx="293111" cy="293388"/>
          </a:xfrm>
        </p:grpSpPr>
        <p:sp>
          <p:nvSpPr>
            <p:cNvPr id="937" name="Google Shape;937;p19"/>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9"/>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9"/>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19"/>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9"/>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9"/>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3" name="Google Shape;943;p19"/>
          <p:cNvGrpSpPr/>
          <p:nvPr/>
        </p:nvGrpSpPr>
        <p:grpSpPr>
          <a:xfrm rot="5400000" flipH="1">
            <a:off x="8259052" y="323144"/>
            <a:ext cx="175013" cy="27000"/>
            <a:chOff x="5662375" y="212375"/>
            <a:chExt cx="175013" cy="27000"/>
          </a:xfrm>
        </p:grpSpPr>
        <p:sp>
          <p:nvSpPr>
            <p:cNvPr id="944" name="Google Shape;944;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947" name="Google Shape;947;p19"/>
          <p:cNvCxnSpPr/>
          <p:nvPr/>
        </p:nvCxnSpPr>
        <p:spPr>
          <a:xfrm rot="5400000" flipH="1">
            <a:off x="740850" y="2598325"/>
            <a:ext cx="1672500" cy="126000"/>
          </a:xfrm>
          <a:prstGeom prst="straightConnector1">
            <a:avLst/>
          </a:prstGeom>
          <a:noFill/>
          <a:ln w="9525" cap="flat" cmpd="sng">
            <a:solidFill>
              <a:schemeClr val="dk2"/>
            </a:solidFill>
            <a:prstDash val="solid"/>
            <a:round/>
            <a:headEnd type="none" w="med" len="med"/>
            <a:tailEnd type="none" w="med" len="med"/>
          </a:ln>
        </p:spPr>
      </p:cxnSp>
      <p:cxnSp>
        <p:nvCxnSpPr>
          <p:cNvPr id="948" name="Google Shape;948;p19"/>
          <p:cNvCxnSpPr/>
          <p:nvPr/>
        </p:nvCxnSpPr>
        <p:spPr>
          <a:xfrm rot="-5400000">
            <a:off x="847100" y="355400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949" name="Google Shape;949;p19"/>
          <p:cNvCxnSpPr/>
          <p:nvPr/>
        </p:nvCxnSpPr>
        <p:spPr>
          <a:xfrm rot="5400000" flipH="1">
            <a:off x="1105775" y="4151250"/>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950" name="Google Shape;950;p19"/>
          <p:cNvGrpSpPr/>
          <p:nvPr/>
        </p:nvGrpSpPr>
        <p:grpSpPr>
          <a:xfrm rot="5400000">
            <a:off x="621475" y="4062025"/>
            <a:ext cx="581800" cy="582350"/>
            <a:chOff x="8064275" y="887850"/>
            <a:chExt cx="581800" cy="582350"/>
          </a:xfrm>
        </p:grpSpPr>
        <p:sp>
          <p:nvSpPr>
            <p:cNvPr id="951" name="Google Shape;951;p1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7" name="Google Shape;957;p19"/>
          <p:cNvGrpSpPr/>
          <p:nvPr/>
        </p:nvGrpSpPr>
        <p:grpSpPr>
          <a:xfrm rot="5400000">
            <a:off x="1482825" y="3350800"/>
            <a:ext cx="292025" cy="292575"/>
            <a:chOff x="7353050" y="316275"/>
            <a:chExt cx="292025" cy="292575"/>
          </a:xfrm>
        </p:grpSpPr>
        <p:sp>
          <p:nvSpPr>
            <p:cNvPr id="958" name="Google Shape;958;p1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2" name="Google Shape;962;p19"/>
          <p:cNvGrpSpPr/>
          <p:nvPr/>
        </p:nvGrpSpPr>
        <p:grpSpPr>
          <a:xfrm rot="5400000">
            <a:off x="1595125" y="4790325"/>
            <a:ext cx="175000" cy="175000"/>
            <a:chOff x="8792300" y="321275"/>
            <a:chExt cx="175000" cy="175000"/>
          </a:xfrm>
        </p:grpSpPr>
        <p:sp>
          <p:nvSpPr>
            <p:cNvPr id="963" name="Google Shape;963;p1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1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7" name="Google Shape;967;p19"/>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9"/>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9"/>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9"/>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9"/>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19"/>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3" name="Google Shape;973;p19"/>
          <p:cNvGrpSpPr/>
          <p:nvPr/>
        </p:nvGrpSpPr>
        <p:grpSpPr>
          <a:xfrm rot="5400000">
            <a:off x="1701119" y="1515381"/>
            <a:ext cx="175013" cy="27000"/>
            <a:chOff x="5662375" y="212375"/>
            <a:chExt cx="175013" cy="27000"/>
          </a:xfrm>
        </p:grpSpPr>
        <p:sp>
          <p:nvSpPr>
            <p:cNvPr id="974" name="Google Shape;974;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7" name="Google Shape;977;p19"/>
          <p:cNvGrpSpPr/>
          <p:nvPr/>
        </p:nvGrpSpPr>
        <p:grpSpPr>
          <a:xfrm rot="5400000">
            <a:off x="1819519" y="4562081"/>
            <a:ext cx="175013" cy="27000"/>
            <a:chOff x="5662375" y="212375"/>
            <a:chExt cx="175013" cy="27000"/>
          </a:xfrm>
        </p:grpSpPr>
        <p:sp>
          <p:nvSpPr>
            <p:cNvPr id="978" name="Google Shape;978;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1" name="Google Shape;981;p19"/>
          <p:cNvGrpSpPr/>
          <p:nvPr/>
        </p:nvGrpSpPr>
        <p:grpSpPr>
          <a:xfrm rot="5400000">
            <a:off x="408594" y="4140781"/>
            <a:ext cx="175013" cy="27000"/>
            <a:chOff x="5662375" y="212375"/>
            <a:chExt cx="175013" cy="27000"/>
          </a:xfrm>
        </p:grpSpPr>
        <p:sp>
          <p:nvSpPr>
            <p:cNvPr id="982" name="Google Shape;982;p1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1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1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Highlighted numbers">
  <p:cSld name="CUSTOM_11">
    <p:spTree>
      <p:nvGrpSpPr>
        <p:cNvPr id="1" name="Shape 985"/>
        <p:cNvGrpSpPr/>
        <p:nvPr/>
      </p:nvGrpSpPr>
      <p:grpSpPr>
        <a:xfrm>
          <a:off x="0" y="0"/>
          <a:ext cx="0" cy="0"/>
          <a:chOff x="0" y="0"/>
          <a:chExt cx="0" cy="0"/>
        </a:xfrm>
      </p:grpSpPr>
      <p:sp>
        <p:nvSpPr>
          <p:cNvPr id="986" name="Google Shape;986;p20"/>
          <p:cNvSpPr txBox="1">
            <a:spLocks noGrp="1"/>
          </p:cNvSpPr>
          <p:nvPr>
            <p:ph type="title" hasCustomPrompt="1"/>
          </p:nvPr>
        </p:nvSpPr>
        <p:spPr>
          <a:xfrm>
            <a:off x="2825496" y="704088"/>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87" name="Google Shape;987;p20"/>
          <p:cNvSpPr txBox="1">
            <a:spLocks noGrp="1"/>
          </p:cNvSpPr>
          <p:nvPr>
            <p:ph type="subTitle" idx="1"/>
          </p:nvPr>
        </p:nvSpPr>
        <p:spPr>
          <a:xfrm>
            <a:off x="2825496" y="1225296"/>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988" name="Google Shape;988;p20"/>
          <p:cNvSpPr txBox="1">
            <a:spLocks noGrp="1"/>
          </p:cNvSpPr>
          <p:nvPr>
            <p:ph type="title" idx="2" hasCustomPrompt="1"/>
          </p:nvPr>
        </p:nvSpPr>
        <p:spPr>
          <a:xfrm>
            <a:off x="2825496" y="2185416"/>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89" name="Google Shape;989;p20"/>
          <p:cNvSpPr txBox="1">
            <a:spLocks noGrp="1"/>
          </p:cNvSpPr>
          <p:nvPr>
            <p:ph type="subTitle" idx="3"/>
          </p:nvPr>
        </p:nvSpPr>
        <p:spPr>
          <a:xfrm>
            <a:off x="2825496" y="2697480"/>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990" name="Google Shape;990;p20"/>
          <p:cNvSpPr txBox="1">
            <a:spLocks noGrp="1"/>
          </p:cNvSpPr>
          <p:nvPr>
            <p:ph type="title" idx="4" hasCustomPrompt="1"/>
          </p:nvPr>
        </p:nvSpPr>
        <p:spPr>
          <a:xfrm>
            <a:off x="2825496" y="3648456"/>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91" name="Google Shape;991;p20"/>
          <p:cNvSpPr txBox="1">
            <a:spLocks noGrp="1"/>
          </p:cNvSpPr>
          <p:nvPr>
            <p:ph type="subTitle" idx="5"/>
          </p:nvPr>
        </p:nvSpPr>
        <p:spPr>
          <a:xfrm>
            <a:off x="2834640" y="4169664"/>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cxnSp>
        <p:nvCxnSpPr>
          <p:cNvPr id="992" name="Google Shape;992;p20"/>
          <p:cNvCxnSpPr/>
          <p:nvPr/>
        </p:nvCxnSpPr>
        <p:spPr>
          <a:xfrm rot="5400000">
            <a:off x="7269708" y="3324550"/>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993" name="Google Shape;993;p20"/>
          <p:cNvCxnSpPr/>
          <p:nvPr/>
        </p:nvCxnSpPr>
        <p:spPr>
          <a:xfrm rot="-5400000" flipH="1">
            <a:off x="7181408" y="2082400"/>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994" name="Google Shape;994;p20"/>
          <p:cNvCxnSpPr/>
          <p:nvPr/>
        </p:nvCxnSpPr>
        <p:spPr>
          <a:xfrm rot="5400000">
            <a:off x="7232433" y="736375"/>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995" name="Google Shape;995;p20"/>
          <p:cNvCxnSpPr/>
          <p:nvPr/>
        </p:nvCxnSpPr>
        <p:spPr>
          <a:xfrm rot="5400000">
            <a:off x="8168433" y="-6660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996" name="Google Shape;996;p20"/>
          <p:cNvGrpSpPr/>
          <p:nvPr/>
        </p:nvGrpSpPr>
        <p:grpSpPr>
          <a:xfrm rot="5400000" flipH="1">
            <a:off x="7407333" y="1284925"/>
            <a:ext cx="581800" cy="582350"/>
            <a:chOff x="8064275" y="887850"/>
            <a:chExt cx="581800" cy="582350"/>
          </a:xfrm>
        </p:grpSpPr>
        <p:sp>
          <p:nvSpPr>
            <p:cNvPr id="997" name="Google Shape;997;p2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3" name="Google Shape;1003;p20"/>
          <p:cNvGrpSpPr/>
          <p:nvPr/>
        </p:nvGrpSpPr>
        <p:grpSpPr>
          <a:xfrm rot="5400000" flipH="1">
            <a:off x="7869720" y="2754200"/>
            <a:ext cx="292025" cy="292575"/>
            <a:chOff x="7353050" y="316275"/>
            <a:chExt cx="292025" cy="292575"/>
          </a:xfrm>
        </p:grpSpPr>
        <p:sp>
          <p:nvSpPr>
            <p:cNvPr id="1004" name="Google Shape;1004;p2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8" name="Google Shape;1008;p20"/>
          <p:cNvGrpSpPr/>
          <p:nvPr/>
        </p:nvGrpSpPr>
        <p:grpSpPr>
          <a:xfrm rot="5400000" flipH="1">
            <a:off x="8012458" y="178175"/>
            <a:ext cx="175000" cy="175000"/>
            <a:chOff x="8792300" y="321275"/>
            <a:chExt cx="175000" cy="175000"/>
          </a:xfrm>
        </p:grpSpPr>
        <p:sp>
          <p:nvSpPr>
            <p:cNvPr id="1009" name="Google Shape;1009;p2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2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2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3" name="Google Shape;1013;p20"/>
          <p:cNvGrpSpPr/>
          <p:nvPr/>
        </p:nvGrpSpPr>
        <p:grpSpPr>
          <a:xfrm rot="5400000">
            <a:off x="7551683" y="3879926"/>
            <a:ext cx="293111" cy="293388"/>
            <a:chOff x="3164039" y="430875"/>
            <a:chExt cx="293111" cy="293388"/>
          </a:xfrm>
        </p:grpSpPr>
        <p:sp>
          <p:nvSpPr>
            <p:cNvPr id="1014" name="Google Shape;1014;p2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2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2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0" name="Google Shape;1020;p20"/>
          <p:cNvGrpSpPr/>
          <p:nvPr/>
        </p:nvGrpSpPr>
        <p:grpSpPr>
          <a:xfrm rot="5400000" flipH="1">
            <a:off x="8259052" y="323144"/>
            <a:ext cx="175013" cy="27000"/>
            <a:chOff x="5662375" y="212375"/>
            <a:chExt cx="175013" cy="27000"/>
          </a:xfrm>
        </p:grpSpPr>
        <p:sp>
          <p:nvSpPr>
            <p:cNvPr id="1021" name="Google Shape;1021;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24" name="Google Shape;1024;p20"/>
          <p:cNvCxnSpPr/>
          <p:nvPr/>
        </p:nvCxnSpPr>
        <p:spPr>
          <a:xfrm rot="5400000" flipH="1">
            <a:off x="740850" y="2598325"/>
            <a:ext cx="1672500" cy="126000"/>
          </a:xfrm>
          <a:prstGeom prst="straightConnector1">
            <a:avLst/>
          </a:prstGeom>
          <a:noFill/>
          <a:ln w="9525" cap="flat" cmpd="sng">
            <a:solidFill>
              <a:schemeClr val="dk2"/>
            </a:solidFill>
            <a:prstDash val="solid"/>
            <a:round/>
            <a:headEnd type="none" w="med" len="med"/>
            <a:tailEnd type="none" w="med" len="med"/>
          </a:ln>
        </p:spPr>
      </p:cxnSp>
      <p:cxnSp>
        <p:nvCxnSpPr>
          <p:cNvPr id="1025" name="Google Shape;1025;p20"/>
          <p:cNvCxnSpPr/>
          <p:nvPr/>
        </p:nvCxnSpPr>
        <p:spPr>
          <a:xfrm rot="-5400000">
            <a:off x="847100" y="355400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026" name="Google Shape;1026;p20"/>
          <p:cNvCxnSpPr/>
          <p:nvPr/>
        </p:nvCxnSpPr>
        <p:spPr>
          <a:xfrm rot="5400000" flipH="1">
            <a:off x="1105775" y="4151250"/>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027" name="Google Shape;1027;p20"/>
          <p:cNvGrpSpPr/>
          <p:nvPr/>
        </p:nvGrpSpPr>
        <p:grpSpPr>
          <a:xfrm rot="5400000">
            <a:off x="621475" y="4062025"/>
            <a:ext cx="581800" cy="582350"/>
            <a:chOff x="8064275" y="887850"/>
            <a:chExt cx="581800" cy="582350"/>
          </a:xfrm>
        </p:grpSpPr>
        <p:sp>
          <p:nvSpPr>
            <p:cNvPr id="1028" name="Google Shape;1028;p2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2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2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2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2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2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4" name="Google Shape;1034;p20"/>
          <p:cNvGrpSpPr/>
          <p:nvPr/>
        </p:nvGrpSpPr>
        <p:grpSpPr>
          <a:xfrm rot="5400000">
            <a:off x="1482825" y="3350800"/>
            <a:ext cx="292025" cy="292575"/>
            <a:chOff x="7353050" y="316275"/>
            <a:chExt cx="292025" cy="292575"/>
          </a:xfrm>
        </p:grpSpPr>
        <p:sp>
          <p:nvSpPr>
            <p:cNvPr id="1035" name="Google Shape;1035;p2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2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2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2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9" name="Google Shape;1039;p20"/>
          <p:cNvGrpSpPr/>
          <p:nvPr/>
        </p:nvGrpSpPr>
        <p:grpSpPr>
          <a:xfrm rot="5400000">
            <a:off x="1595125" y="4790325"/>
            <a:ext cx="175000" cy="175000"/>
            <a:chOff x="8792300" y="321275"/>
            <a:chExt cx="175000" cy="175000"/>
          </a:xfrm>
        </p:grpSpPr>
        <p:sp>
          <p:nvSpPr>
            <p:cNvPr id="1040" name="Google Shape;1040;p2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2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2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2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4" name="Google Shape;1044;p20"/>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20"/>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20"/>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20"/>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20"/>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20"/>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0" name="Google Shape;1050;p20"/>
          <p:cNvGrpSpPr/>
          <p:nvPr/>
        </p:nvGrpSpPr>
        <p:grpSpPr>
          <a:xfrm rot="5400000">
            <a:off x="1701119" y="1515381"/>
            <a:ext cx="175013" cy="27000"/>
            <a:chOff x="5662375" y="212375"/>
            <a:chExt cx="175013" cy="27000"/>
          </a:xfrm>
        </p:grpSpPr>
        <p:sp>
          <p:nvSpPr>
            <p:cNvPr id="1051" name="Google Shape;1051;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4" name="Google Shape;1054;p20"/>
          <p:cNvGrpSpPr/>
          <p:nvPr/>
        </p:nvGrpSpPr>
        <p:grpSpPr>
          <a:xfrm rot="5400000">
            <a:off x="1819519" y="4562081"/>
            <a:ext cx="175013" cy="27000"/>
            <a:chOff x="5662375" y="212375"/>
            <a:chExt cx="175013" cy="27000"/>
          </a:xfrm>
        </p:grpSpPr>
        <p:sp>
          <p:nvSpPr>
            <p:cNvPr id="1055" name="Google Shape;1055;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8" name="Google Shape;1058;p20"/>
          <p:cNvGrpSpPr/>
          <p:nvPr/>
        </p:nvGrpSpPr>
        <p:grpSpPr>
          <a:xfrm rot="5400000">
            <a:off x="408594" y="4140781"/>
            <a:ext cx="175013" cy="27000"/>
            <a:chOff x="5662375" y="212375"/>
            <a:chExt cx="175013" cy="27000"/>
          </a:xfrm>
        </p:grpSpPr>
        <p:sp>
          <p:nvSpPr>
            <p:cNvPr id="1059" name="Google Shape;1059;p2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2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2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CUSTOM_18">
    <p:spTree>
      <p:nvGrpSpPr>
        <p:cNvPr id="1" name="Shape 1326"/>
        <p:cNvGrpSpPr/>
        <p:nvPr/>
      </p:nvGrpSpPr>
      <p:grpSpPr>
        <a:xfrm>
          <a:off x="0" y="0"/>
          <a:ext cx="0" cy="0"/>
          <a:chOff x="0" y="0"/>
          <a:chExt cx="0" cy="0"/>
        </a:xfrm>
      </p:grpSpPr>
      <p:cxnSp>
        <p:nvCxnSpPr>
          <p:cNvPr id="1327" name="Google Shape;1327;p27"/>
          <p:cNvCxnSpPr/>
          <p:nvPr/>
        </p:nvCxnSpPr>
        <p:spPr>
          <a:xfrm rot="5400000">
            <a:off x="7269708" y="3324550"/>
            <a:ext cx="1133100" cy="306300"/>
          </a:xfrm>
          <a:prstGeom prst="straightConnector1">
            <a:avLst/>
          </a:prstGeom>
          <a:noFill/>
          <a:ln w="9525" cap="flat" cmpd="sng">
            <a:solidFill>
              <a:srgbClr val="1A2E35"/>
            </a:solidFill>
            <a:prstDash val="solid"/>
            <a:round/>
            <a:headEnd type="none" w="med" len="med"/>
            <a:tailEnd type="none" w="med" len="med"/>
          </a:ln>
        </p:spPr>
      </p:cxnSp>
      <p:cxnSp>
        <p:nvCxnSpPr>
          <p:cNvPr id="1328" name="Google Shape;1328;p27"/>
          <p:cNvCxnSpPr/>
          <p:nvPr/>
        </p:nvCxnSpPr>
        <p:spPr>
          <a:xfrm rot="-5400000" flipH="1">
            <a:off x="7181408" y="2082400"/>
            <a:ext cx="1342200" cy="315300"/>
          </a:xfrm>
          <a:prstGeom prst="straightConnector1">
            <a:avLst/>
          </a:prstGeom>
          <a:noFill/>
          <a:ln w="9525" cap="flat" cmpd="sng">
            <a:solidFill>
              <a:srgbClr val="1A2E35"/>
            </a:solidFill>
            <a:prstDash val="solid"/>
            <a:round/>
            <a:headEnd type="none" w="med" len="med"/>
            <a:tailEnd type="none" w="med" len="med"/>
          </a:ln>
        </p:spPr>
      </p:cxnSp>
      <p:cxnSp>
        <p:nvCxnSpPr>
          <p:cNvPr id="1329" name="Google Shape;1329;p27"/>
          <p:cNvCxnSpPr/>
          <p:nvPr/>
        </p:nvCxnSpPr>
        <p:spPr>
          <a:xfrm rot="5400000">
            <a:off x="7232433" y="736375"/>
            <a:ext cx="1332000" cy="392100"/>
          </a:xfrm>
          <a:prstGeom prst="straightConnector1">
            <a:avLst/>
          </a:prstGeom>
          <a:noFill/>
          <a:ln w="9525" cap="flat" cmpd="sng">
            <a:solidFill>
              <a:srgbClr val="1A2E35"/>
            </a:solidFill>
            <a:prstDash val="solid"/>
            <a:round/>
            <a:headEnd type="none" w="med" len="med"/>
            <a:tailEnd type="none" w="med" len="med"/>
          </a:ln>
        </p:spPr>
      </p:cxnSp>
      <p:cxnSp>
        <p:nvCxnSpPr>
          <p:cNvPr id="1330" name="Google Shape;1330;p27"/>
          <p:cNvCxnSpPr/>
          <p:nvPr/>
        </p:nvCxnSpPr>
        <p:spPr>
          <a:xfrm rot="5400000">
            <a:off x="8168433" y="-66600"/>
            <a:ext cx="273900" cy="407100"/>
          </a:xfrm>
          <a:prstGeom prst="straightConnector1">
            <a:avLst/>
          </a:prstGeom>
          <a:noFill/>
          <a:ln w="9525" cap="flat" cmpd="sng">
            <a:solidFill>
              <a:srgbClr val="1A2E35"/>
            </a:solidFill>
            <a:prstDash val="solid"/>
            <a:round/>
            <a:headEnd type="none" w="med" len="med"/>
            <a:tailEnd type="none" w="med" len="med"/>
          </a:ln>
        </p:spPr>
      </p:cxnSp>
      <p:grpSp>
        <p:nvGrpSpPr>
          <p:cNvPr id="1331" name="Google Shape;1331;p27"/>
          <p:cNvGrpSpPr/>
          <p:nvPr/>
        </p:nvGrpSpPr>
        <p:grpSpPr>
          <a:xfrm rot="5400000" flipH="1">
            <a:off x="7407333" y="1284925"/>
            <a:ext cx="581800" cy="582350"/>
            <a:chOff x="8064275" y="887850"/>
            <a:chExt cx="581800" cy="582350"/>
          </a:xfrm>
        </p:grpSpPr>
        <p:sp>
          <p:nvSpPr>
            <p:cNvPr id="1332" name="Google Shape;1332;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8" name="Google Shape;1338;p27"/>
          <p:cNvGrpSpPr/>
          <p:nvPr/>
        </p:nvGrpSpPr>
        <p:grpSpPr>
          <a:xfrm rot="5400000" flipH="1">
            <a:off x="7869720" y="2754200"/>
            <a:ext cx="292025" cy="292575"/>
            <a:chOff x="7353050" y="316275"/>
            <a:chExt cx="292025" cy="292575"/>
          </a:xfrm>
        </p:grpSpPr>
        <p:sp>
          <p:nvSpPr>
            <p:cNvPr id="1339" name="Google Shape;1339;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3" name="Google Shape;1343;p27"/>
          <p:cNvGrpSpPr/>
          <p:nvPr/>
        </p:nvGrpSpPr>
        <p:grpSpPr>
          <a:xfrm rot="5400000" flipH="1">
            <a:off x="8012458" y="178175"/>
            <a:ext cx="175000" cy="175000"/>
            <a:chOff x="8792300" y="321275"/>
            <a:chExt cx="175000" cy="175000"/>
          </a:xfrm>
        </p:grpSpPr>
        <p:sp>
          <p:nvSpPr>
            <p:cNvPr id="1344" name="Google Shape;1344;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8" name="Google Shape;1348;p27"/>
          <p:cNvGrpSpPr/>
          <p:nvPr/>
        </p:nvGrpSpPr>
        <p:grpSpPr>
          <a:xfrm rot="5400000">
            <a:off x="7551683" y="3879926"/>
            <a:ext cx="293111" cy="293388"/>
            <a:chOff x="3164039" y="430875"/>
            <a:chExt cx="293111" cy="293388"/>
          </a:xfrm>
        </p:grpSpPr>
        <p:sp>
          <p:nvSpPr>
            <p:cNvPr id="1349" name="Google Shape;1349;p2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5" name="Google Shape;1355;p27"/>
          <p:cNvGrpSpPr/>
          <p:nvPr/>
        </p:nvGrpSpPr>
        <p:grpSpPr>
          <a:xfrm rot="5400000" flipH="1">
            <a:off x="8259052" y="323144"/>
            <a:ext cx="175013" cy="27000"/>
            <a:chOff x="5662375" y="212375"/>
            <a:chExt cx="175013" cy="27000"/>
          </a:xfrm>
        </p:grpSpPr>
        <p:sp>
          <p:nvSpPr>
            <p:cNvPr id="1356" name="Google Shape;135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9" name="Google Shape;1359;p27"/>
          <p:cNvCxnSpPr/>
          <p:nvPr/>
        </p:nvCxnSpPr>
        <p:spPr>
          <a:xfrm rot="5400000" flipH="1">
            <a:off x="740850" y="2598325"/>
            <a:ext cx="1672500" cy="126000"/>
          </a:xfrm>
          <a:prstGeom prst="straightConnector1">
            <a:avLst/>
          </a:prstGeom>
          <a:noFill/>
          <a:ln w="9525" cap="flat" cmpd="sng">
            <a:solidFill>
              <a:srgbClr val="1A2E35"/>
            </a:solidFill>
            <a:prstDash val="solid"/>
            <a:round/>
            <a:headEnd type="none" w="med" len="med"/>
            <a:tailEnd type="none" w="med" len="med"/>
          </a:ln>
        </p:spPr>
      </p:cxnSp>
      <p:cxnSp>
        <p:nvCxnSpPr>
          <p:cNvPr id="1360" name="Google Shape;1360;p27"/>
          <p:cNvCxnSpPr/>
          <p:nvPr/>
        </p:nvCxnSpPr>
        <p:spPr>
          <a:xfrm rot="-5400000">
            <a:off x="847100" y="3554000"/>
            <a:ext cx="829500" cy="743400"/>
          </a:xfrm>
          <a:prstGeom prst="straightConnector1">
            <a:avLst/>
          </a:prstGeom>
          <a:noFill/>
          <a:ln w="9525" cap="flat" cmpd="sng">
            <a:solidFill>
              <a:srgbClr val="1A2E35"/>
            </a:solidFill>
            <a:prstDash val="solid"/>
            <a:round/>
            <a:headEnd type="none" w="med" len="med"/>
            <a:tailEnd type="none" w="med" len="med"/>
          </a:ln>
        </p:spPr>
      </p:cxnSp>
      <p:cxnSp>
        <p:nvCxnSpPr>
          <p:cNvPr id="1361" name="Google Shape;1361;p27"/>
          <p:cNvCxnSpPr/>
          <p:nvPr/>
        </p:nvCxnSpPr>
        <p:spPr>
          <a:xfrm rot="5400000" flipH="1">
            <a:off x="1105775" y="4151250"/>
            <a:ext cx="796500" cy="1188000"/>
          </a:xfrm>
          <a:prstGeom prst="straightConnector1">
            <a:avLst/>
          </a:prstGeom>
          <a:noFill/>
          <a:ln w="9525" cap="flat" cmpd="sng">
            <a:solidFill>
              <a:srgbClr val="1A2E35"/>
            </a:solidFill>
            <a:prstDash val="solid"/>
            <a:round/>
            <a:headEnd type="none" w="med" len="med"/>
            <a:tailEnd type="none" w="med" len="med"/>
          </a:ln>
        </p:spPr>
      </p:cxnSp>
      <p:grpSp>
        <p:nvGrpSpPr>
          <p:cNvPr id="1362" name="Google Shape;1362;p27"/>
          <p:cNvGrpSpPr/>
          <p:nvPr/>
        </p:nvGrpSpPr>
        <p:grpSpPr>
          <a:xfrm rot="5400000">
            <a:off x="621475" y="4062025"/>
            <a:ext cx="581800" cy="582350"/>
            <a:chOff x="8064275" y="887850"/>
            <a:chExt cx="581800" cy="582350"/>
          </a:xfrm>
        </p:grpSpPr>
        <p:sp>
          <p:nvSpPr>
            <p:cNvPr id="1363" name="Google Shape;1363;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9" name="Google Shape;1369;p27"/>
          <p:cNvGrpSpPr/>
          <p:nvPr/>
        </p:nvGrpSpPr>
        <p:grpSpPr>
          <a:xfrm rot="5400000">
            <a:off x="1482825" y="3350800"/>
            <a:ext cx="292025" cy="292575"/>
            <a:chOff x="7353050" y="316275"/>
            <a:chExt cx="292025" cy="292575"/>
          </a:xfrm>
        </p:grpSpPr>
        <p:sp>
          <p:nvSpPr>
            <p:cNvPr id="1370" name="Google Shape;1370;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4" name="Google Shape;1374;p27"/>
          <p:cNvGrpSpPr/>
          <p:nvPr/>
        </p:nvGrpSpPr>
        <p:grpSpPr>
          <a:xfrm rot="5400000">
            <a:off x="1595125" y="4790325"/>
            <a:ext cx="175000" cy="175000"/>
            <a:chOff x="8792300" y="321275"/>
            <a:chExt cx="175000" cy="175000"/>
          </a:xfrm>
        </p:grpSpPr>
        <p:sp>
          <p:nvSpPr>
            <p:cNvPr id="1375" name="Google Shape;1375;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9" name="Google Shape;1379;p27"/>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7"/>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7"/>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7"/>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7"/>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7"/>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5" name="Google Shape;1385;p27"/>
          <p:cNvGrpSpPr/>
          <p:nvPr/>
        </p:nvGrpSpPr>
        <p:grpSpPr>
          <a:xfrm rot="5400000">
            <a:off x="1701119" y="1515381"/>
            <a:ext cx="175013" cy="27000"/>
            <a:chOff x="5662375" y="212375"/>
            <a:chExt cx="175013" cy="27000"/>
          </a:xfrm>
        </p:grpSpPr>
        <p:sp>
          <p:nvSpPr>
            <p:cNvPr id="1386" name="Google Shape;138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9" name="Google Shape;1389;p27"/>
          <p:cNvGrpSpPr/>
          <p:nvPr/>
        </p:nvGrpSpPr>
        <p:grpSpPr>
          <a:xfrm rot="5400000">
            <a:off x="1819519" y="4562081"/>
            <a:ext cx="175013" cy="27000"/>
            <a:chOff x="5662375" y="212375"/>
            <a:chExt cx="175013" cy="27000"/>
          </a:xfrm>
        </p:grpSpPr>
        <p:sp>
          <p:nvSpPr>
            <p:cNvPr id="1390" name="Google Shape;1390;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3" name="Google Shape;1393;p27"/>
          <p:cNvGrpSpPr/>
          <p:nvPr/>
        </p:nvGrpSpPr>
        <p:grpSpPr>
          <a:xfrm rot="5400000">
            <a:off x="408594" y="4140781"/>
            <a:ext cx="175013" cy="27000"/>
            <a:chOff x="5662375" y="212375"/>
            <a:chExt cx="175013" cy="27000"/>
          </a:xfrm>
        </p:grpSpPr>
        <p:sp>
          <p:nvSpPr>
            <p:cNvPr id="1394" name="Google Shape;1394;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2">
  <p:cSld name="CUSTOM_19">
    <p:spTree>
      <p:nvGrpSpPr>
        <p:cNvPr id="1" name="Shape 1397"/>
        <p:cNvGrpSpPr/>
        <p:nvPr/>
      </p:nvGrpSpPr>
      <p:grpSpPr>
        <a:xfrm>
          <a:off x="0" y="0"/>
          <a:ext cx="0" cy="0"/>
          <a:chOff x="0" y="0"/>
          <a:chExt cx="0" cy="0"/>
        </a:xfrm>
      </p:grpSpPr>
      <p:grpSp>
        <p:nvGrpSpPr>
          <p:cNvPr id="1398" name="Google Shape;1398;p28"/>
          <p:cNvGrpSpPr/>
          <p:nvPr/>
        </p:nvGrpSpPr>
        <p:grpSpPr>
          <a:xfrm>
            <a:off x="261711" y="-1158"/>
            <a:ext cx="8550326" cy="3981600"/>
            <a:chOff x="261711" y="-1158"/>
            <a:chExt cx="8550326" cy="3981600"/>
          </a:xfrm>
        </p:grpSpPr>
        <p:cxnSp>
          <p:nvCxnSpPr>
            <p:cNvPr id="1399" name="Google Shape;1399;p28"/>
            <p:cNvCxnSpPr/>
            <p:nvPr/>
          </p:nvCxnSpPr>
          <p:spPr>
            <a:xfrm>
              <a:off x="515925" y="-1158"/>
              <a:ext cx="0" cy="3981600"/>
            </a:xfrm>
            <a:prstGeom prst="straightConnector1">
              <a:avLst/>
            </a:prstGeom>
            <a:noFill/>
            <a:ln w="9525" cap="flat" cmpd="sng">
              <a:solidFill>
                <a:srgbClr val="595959"/>
              </a:solidFill>
              <a:prstDash val="solid"/>
              <a:round/>
              <a:headEnd type="none" w="med" len="med"/>
              <a:tailEnd type="none" w="med" len="med"/>
            </a:ln>
          </p:spPr>
        </p:cxnSp>
        <p:cxnSp>
          <p:nvCxnSpPr>
            <p:cNvPr id="1400" name="Google Shape;1400;p28"/>
            <p:cNvCxnSpPr/>
            <p:nvPr/>
          </p:nvCxnSpPr>
          <p:spPr>
            <a:xfrm>
              <a:off x="8666025" y="-1158"/>
              <a:ext cx="0" cy="1902000"/>
            </a:xfrm>
            <a:prstGeom prst="straightConnector1">
              <a:avLst/>
            </a:prstGeom>
            <a:noFill/>
            <a:ln w="9525" cap="flat" cmpd="sng">
              <a:solidFill>
                <a:srgbClr val="595959"/>
              </a:solidFill>
              <a:prstDash val="solid"/>
              <a:round/>
              <a:headEnd type="none" w="med" len="med"/>
              <a:tailEnd type="none" w="med" len="med"/>
            </a:ln>
          </p:spPr>
        </p:cxnSp>
        <p:grpSp>
          <p:nvGrpSpPr>
            <p:cNvPr id="1401" name="Google Shape;1401;p28"/>
            <p:cNvGrpSpPr/>
            <p:nvPr/>
          </p:nvGrpSpPr>
          <p:grpSpPr>
            <a:xfrm rot="10800000">
              <a:off x="343275" y="3300779"/>
              <a:ext cx="344736" cy="345385"/>
              <a:chOff x="7353050" y="316275"/>
              <a:chExt cx="292025" cy="292575"/>
            </a:xfrm>
          </p:grpSpPr>
          <p:sp>
            <p:nvSpPr>
              <p:cNvPr id="1402" name="Google Shape;1402;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6" name="Google Shape;1406;p28"/>
            <p:cNvGrpSpPr/>
            <p:nvPr/>
          </p:nvGrpSpPr>
          <p:grpSpPr>
            <a:xfrm rot="10800000">
              <a:off x="8520013" y="714742"/>
              <a:ext cx="292025" cy="292575"/>
              <a:chOff x="7353050" y="316275"/>
              <a:chExt cx="292025" cy="292575"/>
            </a:xfrm>
          </p:grpSpPr>
          <p:sp>
            <p:nvSpPr>
              <p:cNvPr id="1407" name="Google Shape;1407;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1" name="Google Shape;1411;p28"/>
            <p:cNvGrpSpPr/>
            <p:nvPr/>
          </p:nvGrpSpPr>
          <p:grpSpPr>
            <a:xfrm rot="10800000">
              <a:off x="261711" y="465077"/>
              <a:ext cx="507562" cy="507984"/>
              <a:chOff x="8064275" y="887850"/>
              <a:chExt cx="581800" cy="582350"/>
            </a:xfrm>
          </p:grpSpPr>
          <p:sp>
            <p:nvSpPr>
              <p:cNvPr id="1412" name="Google Shape;1412;p2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3">
  <p:cSld name="CUSTOM_20">
    <p:spTree>
      <p:nvGrpSpPr>
        <p:cNvPr id="1" name="Shape 1418"/>
        <p:cNvGrpSpPr/>
        <p:nvPr/>
      </p:nvGrpSpPr>
      <p:grpSpPr>
        <a:xfrm>
          <a:off x="0" y="0"/>
          <a:ext cx="0" cy="0"/>
          <a:chOff x="0" y="0"/>
          <a:chExt cx="0" cy="0"/>
        </a:xfrm>
      </p:grpSpPr>
      <p:grpSp>
        <p:nvGrpSpPr>
          <p:cNvPr id="1419" name="Google Shape;1419;p29"/>
          <p:cNvGrpSpPr/>
          <p:nvPr/>
        </p:nvGrpSpPr>
        <p:grpSpPr>
          <a:xfrm>
            <a:off x="432850" y="0"/>
            <a:ext cx="8278300" cy="5165700"/>
            <a:chOff x="432850" y="0"/>
            <a:chExt cx="8278300" cy="5165700"/>
          </a:xfrm>
        </p:grpSpPr>
        <p:cxnSp>
          <p:nvCxnSpPr>
            <p:cNvPr id="1420" name="Google Shape;1420;p29"/>
            <p:cNvCxnSpPr/>
            <p:nvPr/>
          </p:nvCxnSpPr>
          <p:spPr>
            <a:xfrm rot="10800000">
              <a:off x="8420275" y="2664300"/>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21" name="Google Shape;1421;p29"/>
            <p:cNvGrpSpPr/>
            <p:nvPr/>
          </p:nvGrpSpPr>
          <p:grpSpPr>
            <a:xfrm>
              <a:off x="8129350" y="4292175"/>
              <a:ext cx="581800" cy="582350"/>
              <a:chOff x="8064275" y="887850"/>
              <a:chExt cx="581800" cy="582350"/>
            </a:xfrm>
          </p:grpSpPr>
          <p:sp>
            <p:nvSpPr>
              <p:cNvPr id="1422" name="Google Shape;1422;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8" name="Google Shape;1428;p29"/>
            <p:cNvGrpSpPr/>
            <p:nvPr/>
          </p:nvGrpSpPr>
          <p:grpSpPr>
            <a:xfrm>
              <a:off x="8274238" y="3720600"/>
              <a:ext cx="292025" cy="292575"/>
              <a:chOff x="7353050" y="316275"/>
              <a:chExt cx="292025" cy="292575"/>
            </a:xfrm>
          </p:grpSpPr>
          <p:sp>
            <p:nvSpPr>
              <p:cNvPr id="1429" name="Google Shape;1429;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3" name="Google Shape;1433;p29"/>
            <p:cNvGrpSpPr/>
            <p:nvPr/>
          </p:nvGrpSpPr>
          <p:grpSpPr>
            <a:xfrm>
              <a:off x="8332763" y="3212475"/>
              <a:ext cx="175000" cy="175000"/>
              <a:chOff x="8792300" y="321275"/>
              <a:chExt cx="175000" cy="175000"/>
            </a:xfrm>
          </p:grpSpPr>
          <p:sp>
            <p:nvSpPr>
              <p:cNvPr id="1434" name="Google Shape;1434;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38" name="Google Shape;1438;p29"/>
            <p:cNvCxnSpPr/>
            <p:nvPr/>
          </p:nvCxnSpPr>
          <p:spPr>
            <a:xfrm>
              <a:off x="723725" y="613"/>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39" name="Google Shape;1439;p29"/>
            <p:cNvGrpSpPr/>
            <p:nvPr/>
          </p:nvGrpSpPr>
          <p:grpSpPr>
            <a:xfrm rot="10800000">
              <a:off x="432850" y="291788"/>
              <a:ext cx="581800" cy="582350"/>
              <a:chOff x="8064275" y="887850"/>
              <a:chExt cx="581800" cy="582350"/>
            </a:xfrm>
          </p:grpSpPr>
          <p:sp>
            <p:nvSpPr>
              <p:cNvPr id="1440" name="Google Shape;1440;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29"/>
            <p:cNvGrpSpPr/>
            <p:nvPr/>
          </p:nvGrpSpPr>
          <p:grpSpPr>
            <a:xfrm rot="10800000">
              <a:off x="577738" y="1153138"/>
              <a:ext cx="292025" cy="292575"/>
              <a:chOff x="7353050" y="316275"/>
              <a:chExt cx="292025" cy="292575"/>
            </a:xfrm>
          </p:grpSpPr>
          <p:sp>
            <p:nvSpPr>
              <p:cNvPr id="1447" name="Google Shape;1447;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1" name="Google Shape;1451;p29"/>
            <p:cNvGrpSpPr/>
            <p:nvPr/>
          </p:nvGrpSpPr>
          <p:grpSpPr>
            <a:xfrm rot="10800000">
              <a:off x="636238" y="1778838"/>
              <a:ext cx="175000" cy="175000"/>
              <a:chOff x="8792300" y="321275"/>
              <a:chExt cx="175000" cy="175000"/>
            </a:xfrm>
          </p:grpSpPr>
          <p:sp>
            <p:nvSpPr>
              <p:cNvPr id="1452" name="Google Shape;1452;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6" name="Google Shape;1456;p29"/>
            <p:cNvGrpSpPr/>
            <p:nvPr/>
          </p:nvGrpSpPr>
          <p:grpSpPr>
            <a:xfrm>
              <a:off x="432850" y="2003163"/>
              <a:ext cx="175013" cy="27000"/>
              <a:chOff x="5662375" y="212375"/>
              <a:chExt cx="175013" cy="27000"/>
            </a:xfrm>
          </p:grpSpPr>
          <p:sp>
            <p:nvSpPr>
              <p:cNvPr id="1457" name="Google Shape;1457;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0" name="Google Shape;1460;p29"/>
            <p:cNvGrpSpPr/>
            <p:nvPr/>
          </p:nvGrpSpPr>
          <p:grpSpPr>
            <a:xfrm>
              <a:off x="788100" y="208488"/>
              <a:ext cx="175013" cy="27000"/>
              <a:chOff x="5662375" y="212375"/>
              <a:chExt cx="175013" cy="27000"/>
            </a:xfrm>
          </p:grpSpPr>
          <p:sp>
            <p:nvSpPr>
              <p:cNvPr id="1461" name="Google Shape;1461;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4" name="Google Shape;1464;p29"/>
            <p:cNvGrpSpPr/>
            <p:nvPr/>
          </p:nvGrpSpPr>
          <p:grpSpPr>
            <a:xfrm>
              <a:off x="8129350" y="4988725"/>
              <a:ext cx="175013" cy="27000"/>
              <a:chOff x="5662375" y="212375"/>
              <a:chExt cx="175013" cy="27000"/>
            </a:xfrm>
          </p:grpSpPr>
          <p:sp>
            <p:nvSpPr>
              <p:cNvPr id="1465" name="Google Shape;1465;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8" name="Google Shape;1468;p29"/>
            <p:cNvGrpSpPr/>
            <p:nvPr/>
          </p:nvGrpSpPr>
          <p:grpSpPr>
            <a:xfrm>
              <a:off x="8497550" y="3429425"/>
              <a:ext cx="175013" cy="27000"/>
              <a:chOff x="5662375" y="212375"/>
              <a:chExt cx="175013" cy="27000"/>
            </a:xfrm>
          </p:grpSpPr>
          <p:sp>
            <p:nvSpPr>
              <p:cNvPr id="1469" name="Google Shape;1469;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72" name="Google Shape;1472;p29"/>
            <p:cNvCxnSpPr/>
            <p:nvPr/>
          </p:nvCxnSpPr>
          <p:spPr>
            <a:xfrm>
              <a:off x="8407225" y="0"/>
              <a:ext cx="0" cy="2160900"/>
            </a:xfrm>
            <a:prstGeom prst="straightConnector1">
              <a:avLst/>
            </a:prstGeom>
            <a:noFill/>
            <a:ln w="9525" cap="flat" cmpd="sng">
              <a:solidFill>
                <a:srgbClr val="595959"/>
              </a:solidFill>
              <a:prstDash val="solid"/>
              <a:round/>
              <a:headEnd type="none" w="med" len="med"/>
              <a:tailEnd type="none" w="med" len="med"/>
            </a:ln>
          </p:spPr>
        </p:cxnSp>
        <p:cxnSp>
          <p:nvCxnSpPr>
            <p:cNvPr id="1473" name="Google Shape;1473;p29"/>
            <p:cNvCxnSpPr/>
            <p:nvPr/>
          </p:nvCxnSpPr>
          <p:spPr>
            <a:xfrm>
              <a:off x="718025" y="2985634"/>
              <a:ext cx="0" cy="2160900"/>
            </a:xfrm>
            <a:prstGeom prst="straightConnector1">
              <a:avLst/>
            </a:prstGeom>
            <a:noFill/>
            <a:ln w="9525" cap="flat" cmpd="sng">
              <a:solidFill>
                <a:srgbClr val="595959"/>
              </a:solidFill>
              <a:prstDash val="solid"/>
              <a:round/>
              <a:headEnd type="none" w="med" len="med"/>
              <a:tailEnd type="none" w="med" len="med"/>
            </a:ln>
          </p:spPr>
        </p:cxnSp>
        <p:sp>
          <p:nvSpPr>
            <p:cNvPr id="1474" name="Google Shape;1474;p29"/>
            <p:cNvSpPr/>
            <p:nvPr/>
          </p:nvSpPr>
          <p:spPr>
            <a:xfrm>
              <a:off x="671825" y="458788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9"/>
            <p:cNvSpPr/>
            <p:nvPr/>
          </p:nvSpPr>
          <p:spPr>
            <a:xfrm>
              <a:off x="671825" y="394033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9"/>
            <p:cNvSpPr/>
            <p:nvPr/>
          </p:nvSpPr>
          <p:spPr>
            <a:xfrm>
              <a:off x="8361025" y="1453500"/>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9"/>
            <p:cNvSpPr/>
            <p:nvPr/>
          </p:nvSpPr>
          <p:spPr>
            <a:xfrm>
              <a:off x="8361025" y="234875"/>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4">
  <p:cSld name="CUSTOM_21">
    <p:spTree>
      <p:nvGrpSpPr>
        <p:cNvPr id="1" name="Shape 1478"/>
        <p:cNvGrpSpPr/>
        <p:nvPr/>
      </p:nvGrpSpPr>
      <p:grpSpPr>
        <a:xfrm>
          <a:off x="0" y="0"/>
          <a:ext cx="0" cy="0"/>
          <a:chOff x="0" y="0"/>
          <a:chExt cx="0" cy="0"/>
        </a:xfrm>
      </p:grpSpPr>
      <p:grpSp>
        <p:nvGrpSpPr>
          <p:cNvPr id="1479" name="Google Shape;1479;p30"/>
          <p:cNvGrpSpPr/>
          <p:nvPr/>
        </p:nvGrpSpPr>
        <p:grpSpPr>
          <a:xfrm>
            <a:off x="-6867" y="-6625"/>
            <a:ext cx="9152342" cy="5102050"/>
            <a:chOff x="-6867" y="-6625"/>
            <a:chExt cx="9152342" cy="5102050"/>
          </a:xfrm>
        </p:grpSpPr>
        <p:cxnSp>
          <p:nvCxnSpPr>
            <p:cNvPr id="1480" name="Google Shape;1480;p30"/>
            <p:cNvCxnSpPr/>
            <p:nvPr/>
          </p:nvCxnSpPr>
          <p:spPr>
            <a:xfrm>
              <a:off x="2904283"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481;p30"/>
            <p:cNvCxnSpPr/>
            <p:nvPr/>
          </p:nvCxnSpPr>
          <p:spPr>
            <a:xfrm rot="10800000" flipH="1">
              <a:off x="1562083"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482;p30"/>
            <p:cNvCxnSpPr/>
            <p:nvPr/>
          </p:nvCxnSpPr>
          <p:spPr>
            <a:xfrm>
              <a:off x="259558"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483;p30"/>
            <p:cNvCxnSpPr/>
            <p:nvPr/>
          </p:nvCxnSpPr>
          <p:spPr>
            <a:xfrm>
              <a:off x="-6867"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1484" name="Google Shape;1484;p30"/>
            <p:cNvGrpSpPr/>
            <p:nvPr/>
          </p:nvGrpSpPr>
          <p:grpSpPr>
            <a:xfrm flipH="1">
              <a:off x="1278333" y="4513075"/>
              <a:ext cx="581800" cy="582350"/>
              <a:chOff x="8064275" y="887850"/>
              <a:chExt cx="581800" cy="582350"/>
            </a:xfrm>
          </p:grpSpPr>
          <p:sp>
            <p:nvSpPr>
              <p:cNvPr id="1485" name="Google Shape;1485;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1" name="Google Shape;1491;p30"/>
            <p:cNvGrpSpPr/>
            <p:nvPr/>
          </p:nvGrpSpPr>
          <p:grpSpPr>
            <a:xfrm flipH="1">
              <a:off x="2747608" y="4340463"/>
              <a:ext cx="292025" cy="292575"/>
              <a:chOff x="7353050" y="316275"/>
              <a:chExt cx="292025" cy="292575"/>
            </a:xfrm>
          </p:grpSpPr>
          <p:sp>
            <p:nvSpPr>
              <p:cNvPr id="1492" name="Google Shape;1492;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6" name="Google Shape;1496;p30"/>
            <p:cNvGrpSpPr/>
            <p:nvPr/>
          </p:nvGrpSpPr>
          <p:grpSpPr>
            <a:xfrm flipH="1">
              <a:off x="171308" y="4315025"/>
              <a:ext cx="175000" cy="175000"/>
              <a:chOff x="8792300" y="321275"/>
              <a:chExt cx="175000" cy="175000"/>
            </a:xfrm>
          </p:grpSpPr>
          <p:sp>
            <p:nvSpPr>
              <p:cNvPr id="1497" name="Google Shape;1497;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1" name="Google Shape;1501;p30"/>
            <p:cNvGrpSpPr/>
            <p:nvPr/>
          </p:nvGrpSpPr>
          <p:grpSpPr>
            <a:xfrm>
              <a:off x="3873197" y="4657550"/>
              <a:ext cx="293111" cy="293388"/>
              <a:chOff x="3164039" y="430875"/>
              <a:chExt cx="293111" cy="293388"/>
            </a:xfrm>
          </p:grpSpPr>
          <p:sp>
            <p:nvSpPr>
              <p:cNvPr id="1502" name="Google Shape;1502;p3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0"/>
            <p:cNvGrpSpPr/>
            <p:nvPr/>
          </p:nvGrpSpPr>
          <p:grpSpPr>
            <a:xfrm flipH="1">
              <a:off x="242270" y="4142425"/>
              <a:ext cx="175013" cy="27000"/>
              <a:chOff x="5662375" y="212375"/>
              <a:chExt cx="175013" cy="27000"/>
            </a:xfrm>
          </p:grpSpPr>
          <p:sp>
            <p:nvSpPr>
              <p:cNvPr id="1509" name="Google Shape;1509;p3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12" name="Google Shape;1512;p30"/>
            <p:cNvCxnSpPr/>
            <p:nvPr/>
          </p:nvCxnSpPr>
          <p:spPr>
            <a:xfrm rot="10800000">
              <a:off x="5995050" y="226600"/>
              <a:ext cx="1504500" cy="224700"/>
            </a:xfrm>
            <a:prstGeom prst="straightConnector1">
              <a:avLst/>
            </a:prstGeom>
            <a:noFill/>
            <a:ln w="9525" cap="flat" cmpd="sng">
              <a:solidFill>
                <a:schemeClr val="dk2"/>
              </a:solidFill>
              <a:prstDash val="solid"/>
              <a:round/>
              <a:headEnd type="none" w="med" len="med"/>
              <a:tailEnd type="none" w="med" len="med"/>
            </a:ln>
          </p:spPr>
        </p:cxnSp>
        <p:cxnSp>
          <p:nvCxnSpPr>
            <p:cNvPr id="1513" name="Google Shape;1513;p30"/>
            <p:cNvCxnSpPr/>
            <p:nvPr/>
          </p:nvCxnSpPr>
          <p:spPr>
            <a:xfrm rot="10800000">
              <a:off x="7512925" y="45785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14;p30"/>
            <p:cNvCxnSpPr/>
            <p:nvPr/>
          </p:nvCxnSpPr>
          <p:spPr>
            <a:xfrm flipH="1">
              <a:off x="8348975" y="-6625"/>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515" name="Google Shape;1515;p30"/>
            <p:cNvGrpSpPr/>
            <p:nvPr/>
          </p:nvGrpSpPr>
          <p:grpSpPr>
            <a:xfrm>
              <a:off x="8064275" y="1040250"/>
              <a:ext cx="581800" cy="582350"/>
              <a:chOff x="8064275" y="887850"/>
              <a:chExt cx="581800" cy="582350"/>
            </a:xfrm>
          </p:grpSpPr>
          <p:sp>
            <p:nvSpPr>
              <p:cNvPr id="1516" name="Google Shape;1516;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2" name="Google Shape;1522;p30"/>
            <p:cNvGrpSpPr/>
            <p:nvPr/>
          </p:nvGrpSpPr>
          <p:grpSpPr>
            <a:xfrm>
              <a:off x="7353050" y="316275"/>
              <a:ext cx="292025" cy="292575"/>
              <a:chOff x="7353050" y="316275"/>
              <a:chExt cx="292025" cy="292575"/>
            </a:xfrm>
          </p:grpSpPr>
          <p:sp>
            <p:nvSpPr>
              <p:cNvPr id="1523" name="Google Shape;1523;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7" name="Google Shape;1527;p30"/>
            <p:cNvGrpSpPr/>
            <p:nvPr/>
          </p:nvGrpSpPr>
          <p:grpSpPr>
            <a:xfrm>
              <a:off x="8792300" y="321275"/>
              <a:ext cx="175000" cy="175000"/>
              <a:chOff x="8792300" y="321275"/>
              <a:chExt cx="175000" cy="175000"/>
            </a:xfrm>
          </p:grpSpPr>
          <p:sp>
            <p:nvSpPr>
              <p:cNvPr id="1528" name="Google Shape;1528;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2" name="Google Shape;1532;p30"/>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0"/>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0"/>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0"/>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0"/>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0"/>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8" name="Google Shape;1538;p30"/>
            <p:cNvGrpSpPr/>
            <p:nvPr/>
          </p:nvGrpSpPr>
          <p:grpSpPr>
            <a:xfrm>
              <a:off x="8490050" y="170875"/>
              <a:ext cx="175013" cy="27000"/>
              <a:chOff x="5662375" y="212375"/>
              <a:chExt cx="175013" cy="27000"/>
            </a:xfrm>
          </p:grpSpPr>
          <p:sp>
            <p:nvSpPr>
              <p:cNvPr id="1539" name="Google Shape;1539;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2" name="Google Shape;1542;p30"/>
            <p:cNvGrpSpPr/>
            <p:nvPr/>
          </p:nvGrpSpPr>
          <p:grpSpPr>
            <a:xfrm>
              <a:off x="8678350" y="1658000"/>
              <a:ext cx="175013" cy="27000"/>
              <a:chOff x="5662375" y="212375"/>
              <a:chExt cx="175013" cy="27000"/>
            </a:xfrm>
          </p:grpSpPr>
          <p:sp>
            <p:nvSpPr>
              <p:cNvPr id="1543" name="Google Shape;1543;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1">
  <p:cSld name="CUSTOM_23">
    <p:spTree>
      <p:nvGrpSpPr>
        <p:cNvPr id="1" name="Shape 1619"/>
        <p:cNvGrpSpPr/>
        <p:nvPr/>
      </p:nvGrpSpPr>
      <p:grpSpPr>
        <a:xfrm>
          <a:off x="0" y="0"/>
          <a:ext cx="0" cy="0"/>
          <a:chOff x="0" y="0"/>
          <a:chExt cx="0" cy="0"/>
        </a:xfrm>
      </p:grpSpPr>
      <p:sp>
        <p:nvSpPr>
          <p:cNvPr id="1620" name="Google Shape;1620;p32"/>
          <p:cNvSpPr txBox="1">
            <a:spLocks noGrp="1"/>
          </p:cNvSpPr>
          <p:nvPr>
            <p:ph type="body" idx="1"/>
          </p:nvPr>
        </p:nvSpPr>
        <p:spPr>
          <a:xfrm>
            <a:off x="1881350" y="1246850"/>
            <a:ext cx="2133300" cy="3524400"/>
          </a:xfrm>
          <a:prstGeom prst="rect">
            <a:avLst/>
          </a:prstGeom>
          <a:noFill/>
          <a:ln>
            <a:noFill/>
          </a:ln>
        </p:spPr>
        <p:txBody>
          <a:bodyPr spcFirstLastPara="1" wrap="square" lIns="91425" tIns="91425" rIns="91425" bIns="91425" anchor="t" anchorCtr="0">
            <a:noAutofit/>
          </a:bodyPr>
          <a:lstStyle>
            <a:lvl1pPr marL="457200" lvl="0" indent="-317500" rtl="0">
              <a:spcBef>
                <a:spcPts val="0"/>
              </a:spcBef>
              <a:spcAft>
                <a:spcPts val="0"/>
              </a:spcAft>
              <a:buClr>
                <a:schemeClr val="accent1"/>
              </a:buClr>
              <a:buSzPts val="1400"/>
              <a:buChar char="●"/>
              <a:defRPr sz="1200">
                <a:solidFill>
                  <a:schemeClr val="dk2"/>
                </a:solidFill>
                <a:latin typeface="Barlow Semi Condensed"/>
                <a:ea typeface="Barlow Semi Condensed"/>
                <a:cs typeface="Barlow Semi Condensed"/>
                <a:sym typeface="Barlow Semi Condensed"/>
              </a:defRPr>
            </a:lvl1pPr>
            <a:lvl2pPr marL="914400" lvl="1"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2pPr>
            <a:lvl3pPr marL="1371600" lvl="2"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3pPr>
            <a:lvl4pPr marL="1828800" lvl="3"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4pPr>
            <a:lvl5pPr marL="2286000" lvl="4"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5pPr>
            <a:lvl6pPr marL="2743200" lvl="5"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6pPr>
            <a:lvl7pPr marL="3200400" lvl="6"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7pPr>
            <a:lvl8pPr marL="3657600" lvl="7"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8pPr>
            <a:lvl9pPr marL="4114800" lvl="8"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9pPr>
          </a:lstStyle>
          <a:p>
            <a:endParaRPr/>
          </a:p>
        </p:txBody>
      </p:sp>
      <p:sp>
        <p:nvSpPr>
          <p:cNvPr id="1621" name="Google Shape;1621;p32"/>
          <p:cNvSpPr txBox="1">
            <a:spLocks noGrp="1"/>
          </p:cNvSpPr>
          <p:nvPr>
            <p:ph type="body" idx="2"/>
          </p:nvPr>
        </p:nvSpPr>
        <p:spPr>
          <a:xfrm>
            <a:off x="4220325" y="1246850"/>
            <a:ext cx="3099900" cy="3524400"/>
          </a:xfrm>
          <a:prstGeom prst="rect">
            <a:avLst/>
          </a:prstGeom>
          <a:noFill/>
          <a:ln>
            <a:noFill/>
          </a:ln>
        </p:spPr>
        <p:txBody>
          <a:bodyPr spcFirstLastPara="1" wrap="square" lIns="91425" tIns="91425" rIns="91425" bIns="91425" anchor="t" anchorCtr="0">
            <a:noAutofit/>
          </a:bodyPr>
          <a:lstStyle>
            <a:lvl1pPr marL="457200" lvl="0" indent="-317500" rtl="0">
              <a:spcBef>
                <a:spcPts val="0"/>
              </a:spcBef>
              <a:spcAft>
                <a:spcPts val="0"/>
              </a:spcAft>
              <a:buClr>
                <a:schemeClr val="accent1"/>
              </a:buClr>
              <a:buSzPts val="1400"/>
              <a:buChar char="●"/>
              <a:defRPr sz="1200">
                <a:solidFill>
                  <a:schemeClr val="dk2"/>
                </a:solidFill>
                <a:latin typeface="Barlow Semi Condensed"/>
                <a:ea typeface="Barlow Semi Condensed"/>
                <a:cs typeface="Barlow Semi Condensed"/>
                <a:sym typeface="Barlow Semi Condensed"/>
              </a:defRPr>
            </a:lvl1pPr>
            <a:lvl2pPr marL="914400" lvl="1"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2pPr>
            <a:lvl3pPr marL="1371600" lvl="2"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3pPr>
            <a:lvl4pPr marL="1828800" lvl="3"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4pPr>
            <a:lvl5pPr marL="2286000" lvl="4"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5pPr>
            <a:lvl6pPr marL="2743200" lvl="5"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6pPr>
            <a:lvl7pPr marL="3200400" lvl="6"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7pPr>
            <a:lvl8pPr marL="3657600" lvl="7"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8pPr>
            <a:lvl9pPr marL="4114800" lvl="8"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9pPr>
          </a:lstStyle>
          <a:p>
            <a:endParaRPr/>
          </a:p>
        </p:txBody>
      </p:sp>
      <p:sp>
        <p:nvSpPr>
          <p:cNvPr id="1622" name="Google Shape;1622;p32"/>
          <p:cNvSpPr txBox="1">
            <a:spLocks noGrp="1"/>
          </p:cNvSpPr>
          <p:nvPr>
            <p:ph type="title"/>
          </p:nvPr>
        </p:nvSpPr>
        <p:spPr>
          <a:xfrm>
            <a:off x="2532888" y="338328"/>
            <a:ext cx="408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grpSp>
        <p:nvGrpSpPr>
          <p:cNvPr id="1623" name="Google Shape;1623;p32"/>
          <p:cNvGrpSpPr/>
          <p:nvPr/>
        </p:nvGrpSpPr>
        <p:grpSpPr>
          <a:xfrm>
            <a:off x="432850" y="0"/>
            <a:ext cx="8278300" cy="5165700"/>
            <a:chOff x="432850" y="0"/>
            <a:chExt cx="8278300" cy="5165700"/>
          </a:xfrm>
        </p:grpSpPr>
        <p:cxnSp>
          <p:nvCxnSpPr>
            <p:cNvPr id="1624" name="Google Shape;1624;p32"/>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625" name="Google Shape;1625;p32"/>
            <p:cNvGrpSpPr/>
            <p:nvPr/>
          </p:nvGrpSpPr>
          <p:grpSpPr>
            <a:xfrm>
              <a:off x="8129350" y="4292175"/>
              <a:ext cx="581800" cy="582350"/>
              <a:chOff x="8064275" y="887850"/>
              <a:chExt cx="581800" cy="582350"/>
            </a:xfrm>
          </p:grpSpPr>
          <p:sp>
            <p:nvSpPr>
              <p:cNvPr id="1626" name="Google Shape;1626;p3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3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3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3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3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2" name="Google Shape;1632;p32"/>
            <p:cNvGrpSpPr/>
            <p:nvPr/>
          </p:nvGrpSpPr>
          <p:grpSpPr>
            <a:xfrm>
              <a:off x="8274238" y="3720600"/>
              <a:ext cx="292025" cy="292575"/>
              <a:chOff x="7353050" y="316275"/>
              <a:chExt cx="292025" cy="292575"/>
            </a:xfrm>
          </p:grpSpPr>
          <p:sp>
            <p:nvSpPr>
              <p:cNvPr id="1633" name="Google Shape;1633;p3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3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3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3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7" name="Google Shape;1637;p32"/>
            <p:cNvGrpSpPr/>
            <p:nvPr/>
          </p:nvGrpSpPr>
          <p:grpSpPr>
            <a:xfrm>
              <a:off x="8332763" y="3212475"/>
              <a:ext cx="175000" cy="175000"/>
              <a:chOff x="8792300" y="321275"/>
              <a:chExt cx="175000" cy="175000"/>
            </a:xfrm>
          </p:grpSpPr>
          <p:sp>
            <p:nvSpPr>
              <p:cNvPr id="1638" name="Google Shape;1638;p32"/>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32"/>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32"/>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32"/>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42" name="Google Shape;1642;p32"/>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643" name="Google Shape;1643;p32"/>
            <p:cNvGrpSpPr/>
            <p:nvPr/>
          </p:nvGrpSpPr>
          <p:grpSpPr>
            <a:xfrm rot="10800000">
              <a:off x="432850" y="291788"/>
              <a:ext cx="581800" cy="582350"/>
              <a:chOff x="8064275" y="887850"/>
              <a:chExt cx="581800" cy="582350"/>
            </a:xfrm>
          </p:grpSpPr>
          <p:sp>
            <p:nvSpPr>
              <p:cNvPr id="1644" name="Google Shape;1644;p3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3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3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3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3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3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0" name="Google Shape;1650;p32"/>
            <p:cNvGrpSpPr/>
            <p:nvPr/>
          </p:nvGrpSpPr>
          <p:grpSpPr>
            <a:xfrm rot="10800000">
              <a:off x="577738" y="1153138"/>
              <a:ext cx="292025" cy="292575"/>
              <a:chOff x="7353050" y="316275"/>
              <a:chExt cx="292025" cy="292575"/>
            </a:xfrm>
          </p:grpSpPr>
          <p:sp>
            <p:nvSpPr>
              <p:cNvPr id="1651" name="Google Shape;1651;p3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3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5" name="Google Shape;1655;p32"/>
            <p:cNvGrpSpPr/>
            <p:nvPr/>
          </p:nvGrpSpPr>
          <p:grpSpPr>
            <a:xfrm rot="10800000">
              <a:off x="636238" y="1778838"/>
              <a:ext cx="175000" cy="175000"/>
              <a:chOff x="8792300" y="321275"/>
              <a:chExt cx="175000" cy="175000"/>
            </a:xfrm>
          </p:grpSpPr>
          <p:sp>
            <p:nvSpPr>
              <p:cNvPr id="1656" name="Google Shape;1656;p32"/>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32"/>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32"/>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32"/>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0" name="Google Shape;1660;p32"/>
            <p:cNvGrpSpPr/>
            <p:nvPr/>
          </p:nvGrpSpPr>
          <p:grpSpPr>
            <a:xfrm>
              <a:off x="432850" y="2003163"/>
              <a:ext cx="175013" cy="27000"/>
              <a:chOff x="5662375" y="212375"/>
              <a:chExt cx="175013" cy="27000"/>
            </a:xfrm>
          </p:grpSpPr>
          <p:sp>
            <p:nvSpPr>
              <p:cNvPr id="1661" name="Google Shape;1661;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4" name="Google Shape;1664;p32"/>
            <p:cNvGrpSpPr/>
            <p:nvPr/>
          </p:nvGrpSpPr>
          <p:grpSpPr>
            <a:xfrm>
              <a:off x="788100" y="208488"/>
              <a:ext cx="175013" cy="27000"/>
              <a:chOff x="5662375" y="212375"/>
              <a:chExt cx="175013" cy="27000"/>
            </a:xfrm>
          </p:grpSpPr>
          <p:sp>
            <p:nvSpPr>
              <p:cNvPr id="1665" name="Google Shape;1665;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8" name="Google Shape;1668;p32"/>
            <p:cNvGrpSpPr/>
            <p:nvPr/>
          </p:nvGrpSpPr>
          <p:grpSpPr>
            <a:xfrm>
              <a:off x="8129350" y="4988725"/>
              <a:ext cx="175013" cy="27000"/>
              <a:chOff x="5662375" y="212375"/>
              <a:chExt cx="175013" cy="27000"/>
            </a:xfrm>
          </p:grpSpPr>
          <p:sp>
            <p:nvSpPr>
              <p:cNvPr id="1669" name="Google Shape;1669;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2" name="Google Shape;1672;p32"/>
            <p:cNvGrpSpPr/>
            <p:nvPr/>
          </p:nvGrpSpPr>
          <p:grpSpPr>
            <a:xfrm>
              <a:off x="8497550" y="3429425"/>
              <a:ext cx="175013" cy="27000"/>
              <a:chOff x="5662375" y="212375"/>
              <a:chExt cx="175013" cy="27000"/>
            </a:xfrm>
          </p:grpSpPr>
          <p:sp>
            <p:nvSpPr>
              <p:cNvPr id="1673" name="Google Shape;1673;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76" name="Google Shape;1676;p32"/>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677" name="Google Shape;1677;p32"/>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678" name="Google Shape;1678;p32"/>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32"/>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2"/>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32"/>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3750" y="526925"/>
            <a:ext cx="7696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1pPr>
            <a:lvl2pPr lvl="1"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2pPr>
            <a:lvl3pPr lvl="2"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3pPr>
            <a:lvl4pPr lvl="3"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4pPr>
            <a:lvl5pPr lvl="4"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5pPr>
            <a:lvl6pPr lvl="5"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6pPr>
            <a:lvl7pPr lvl="6"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7pPr>
            <a:lvl8pPr lvl="7"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8pPr>
            <a:lvl9pPr lvl="8"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5" r:id="rId4"/>
    <p:sldLayoutId id="2147483658" r:id="rId5"/>
    <p:sldLayoutId id="2147483659" r:id="rId6"/>
    <p:sldLayoutId id="2147483660" r:id="rId7"/>
    <p:sldLayoutId id="2147483661" r:id="rId8"/>
    <p:sldLayoutId id="2147483664" r:id="rId9"/>
    <p:sldLayoutId id="2147483665" r:id="rId10"/>
    <p:sldLayoutId id="2147483666" r:id="rId11"/>
    <p:sldLayoutId id="2147483673" r:id="rId12"/>
    <p:sldLayoutId id="2147483674" r:id="rId13"/>
    <p:sldLayoutId id="2147483675" r:id="rId14"/>
    <p:sldLayoutId id="2147483676" r:id="rId15"/>
    <p:sldLayoutId id="2147483678"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8" Type="http://schemas.openxmlformats.org/officeDocument/2006/relationships/hyperlink" Target="https://vgkami.com/what-is-peer-to-peer-gaming-and-how-does-it-work/" TargetMode="External"/><Relationship Id="rId3" Type="http://schemas.openxmlformats.org/officeDocument/2006/relationships/hyperlink" Target="https://medium.com/tashi-gg/peer-to-peer-gaming-9991600c6707" TargetMode="External"/><Relationship Id="rId7" Type="http://schemas.openxmlformats.org/officeDocument/2006/relationships/hyperlink" Target="https://onrpg.com/categories/p2p-games/" TargetMode="External"/><Relationship Id="rId2" Type="http://schemas.openxmlformats.org/officeDocument/2006/relationships/notesSlide" Target="../notesSlides/notesSlide20.xml"/><Relationship Id="rId1" Type="http://schemas.openxmlformats.org/officeDocument/2006/relationships/slideLayout" Target="../slideLayouts/slideLayout16.xml"/><Relationship Id="rId6" Type="http://schemas.openxmlformats.org/officeDocument/2006/relationships/hyperlink" Target="https://medium.com/tashi-gg/mesh-multiplayer-gaming-the-next-step-of-collaborative-play-a720e1e08089" TargetMode="External"/><Relationship Id="rId5" Type="http://schemas.openxmlformats.org/officeDocument/2006/relationships/hyperlink" Target="https://www.ubisoft.com/en-us/help/connectivity-and-performance/article/information-about-peer-to-peer-games-on-pc/000096213" TargetMode="External"/><Relationship Id="rId10" Type="http://schemas.openxmlformats.org/officeDocument/2006/relationships/hyperlink" Target="https://ably.com/blog/peer-to-peer-game-with-pub-sub" TargetMode="External"/><Relationship Id="rId4" Type="http://schemas.openxmlformats.org/officeDocument/2006/relationships/hyperlink" Target="https://www.servers.com/news/blog/differences-between-peer-to-peer-and-dedicated-game-server-hosting" TargetMode="External"/><Relationship Id="rId9" Type="http://schemas.openxmlformats.org/officeDocument/2006/relationships/hyperlink" Target="https://www.liquidweb.com/blog/peer-to-peer-vs-dedicated-server/"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9"/>
        <p:cNvGrpSpPr/>
        <p:nvPr/>
      </p:nvGrpSpPr>
      <p:grpSpPr>
        <a:xfrm>
          <a:off x="0" y="0"/>
          <a:ext cx="0" cy="0"/>
          <a:chOff x="0" y="0"/>
          <a:chExt cx="0" cy="0"/>
        </a:xfrm>
      </p:grpSpPr>
      <p:sp>
        <p:nvSpPr>
          <p:cNvPr id="1884" name="Google Shape;1884;p35"/>
          <p:cNvSpPr txBox="1">
            <a:spLocks noGrp="1"/>
          </p:cNvSpPr>
          <p:nvPr>
            <p:ph type="ctrTitle"/>
          </p:nvPr>
        </p:nvSpPr>
        <p:spPr>
          <a:xfrm>
            <a:off x="5076721" y="1224238"/>
            <a:ext cx="4067279" cy="2261278"/>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US" sz="2800" b="0" i="0" dirty="0" err="1">
                <a:solidFill>
                  <a:srgbClr val="1D2125"/>
                </a:solidFill>
                <a:effectLst/>
                <a:latin typeface="Fjalla One" panose="02000506040000020004" pitchFamily="2" charset="0"/>
              </a:rPr>
              <a:t>Tehnici</a:t>
            </a:r>
            <a:r>
              <a:rPr lang="en-US" sz="2800" b="0" i="0" dirty="0">
                <a:solidFill>
                  <a:srgbClr val="1D2125"/>
                </a:solidFill>
                <a:effectLst/>
                <a:latin typeface="Fjalla One" panose="02000506040000020004" pitchFamily="2" charset="0"/>
              </a:rPr>
              <a:t> </a:t>
            </a:r>
            <a:r>
              <a:rPr lang="en-US" sz="2800" b="0" i="0" dirty="0" err="1">
                <a:solidFill>
                  <a:srgbClr val="1D2125"/>
                </a:solidFill>
                <a:effectLst/>
                <a:latin typeface="Fjalla One" panose="02000506040000020004" pitchFamily="2" charset="0"/>
              </a:rPr>
              <a:t>si</a:t>
            </a:r>
            <a:r>
              <a:rPr lang="en-US" sz="2800" b="0" i="0" dirty="0">
                <a:solidFill>
                  <a:srgbClr val="1D2125"/>
                </a:solidFill>
                <a:effectLst/>
                <a:latin typeface="Fjalla One" panose="02000506040000020004" pitchFamily="2" charset="0"/>
              </a:rPr>
              <a:t> </a:t>
            </a:r>
            <a:r>
              <a:rPr lang="en-US" sz="2800" b="0" i="0" dirty="0" err="1">
                <a:solidFill>
                  <a:srgbClr val="1D2125"/>
                </a:solidFill>
                <a:effectLst/>
                <a:latin typeface="Fjalla One" panose="02000506040000020004" pitchFamily="2" charset="0"/>
              </a:rPr>
              <a:t>mecanisme</a:t>
            </a:r>
            <a:r>
              <a:rPr lang="en-US" sz="2800" b="0" i="0" dirty="0">
                <a:solidFill>
                  <a:srgbClr val="1D2125"/>
                </a:solidFill>
                <a:effectLst/>
                <a:latin typeface="Fjalla One" panose="02000506040000020004" pitchFamily="2" charset="0"/>
              </a:rPr>
              <a:t> de multi-player </a:t>
            </a:r>
            <a:r>
              <a:rPr lang="en-US" sz="2800" b="0" i="0" dirty="0" err="1">
                <a:solidFill>
                  <a:srgbClr val="1D2125"/>
                </a:solidFill>
                <a:effectLst/>
                <a:latin typeface="Fjalla One" panose="02000506040000020004" pitchFamily="2" charset="0"/>
              </a:rPr>
              <a:t>folosite</a:t>
            </a:r>
            <a:r>
              <a:rPr lang="en-US" sz="2800" b="0" i="0" dirty="0">
                <a:solidFill>
                  <a:srgbClr val="1D2125"/>
                </a:solidFill>
                <a:effectLst/>
                <a:latin typeface="Fjalla One" panose="02000506040000020004" pitchFamily="2" charset="0"/>
              </a:rPr>
              <a:t> </a:t>
            </a:r>
            <a:r>
              <a:rPr lang="en-US" sz="2800" b="0" i="0" dirty="0" err="1">
                <a:solidFill>
                  <a:srgbClr val="1D2125"/>
                </a:solidFill>
                <a:effectLst/>
                <a:latin typeface="Fjalla One" panose="02000506040000020004" pitchFamily="2" charset="0"/>
              </a:rPr>
              <a:t>în</a:t>
            </a:r>
            <a:r>
              <a:rPr lang="en-US" sz="2800" b="0" i="0" dirty="0">
                <a:solidFill>
                  <a:srgbClr val="1D2125"/>
                </a:solidFill>
                <a:effectLst/>
                <a:latin typeface="Fjalla One" panose="02000506040000020004" pitchFamily="2" charset="0"/>
              </a:rPr>
              <a:t> </a:t>
            </a:r>
            <a:r>
              <a:rPr lang="en-US" sz="2800" b="0" i="0" dirty="0" err="1">
                <a:solidFill>
                  <a:srgbClr val="1D2125"/>
                </a:solidFill>
                <a:effectLst/>
                <a:latin typeface="Fjalla One" panose="02000506040000020004" pitchFamily="2" charset="0"/>
              </a:rPr>
              <a:t>cadrul</a:t>
            </a:r>
            <a:r>
              <a:rPr lang="en-US" sz="2800" b="0" i="0" dirty="0">
                <a:solidFill>
                  <a:srgbClr val="1D2125"/>
                </a:solidFill>
                <a:effectLst/>
                <a:latin typeface="Fjalla One" panose="02000506040000020004" pitchFamily="2" charset="0"/>
              </a:rPr>
              <a:t> </a:t>
            </a:r>
            <a:r>
              <a:rPr lang="en-US" sz="2800" b="0" i="0" dirty="0" err="1">
                <a:solidFill>
                  <a:srgbClr val="1D2125"/>
                </a:solidFill>
                <a:effectLst/>
                <a:latin typeface="Fjalla One" panose="02000506040000020004" pitchFamily="2" charset="0"/>
              </a:rPr>
              <a:t>jocurilor</a:t>
            </a:r>
            <a:r>
              <a:rPr lang="en-US" sz="2800" b="0" i="0" dirty="0">
                <a:solidFill>
                  <a:srgbClr val="1D2125"/>
                </a:solidFill>
                <a:effectLst/>
                <a:latin typeface="Fjalla One" panose="02000506040000020004" pitchFamily="2" charset="0"/>
              </a:rPr>
              <a:t> video</a:t>
            </a:r>
            <a:r>
              <a:rPr lang="ro-RO" sz="2800" b="0" i="0" dirty="0">
                <a:solidFill>
                  <a:srgbClr val="1D2125"/>
                </a:solidFill>
                <a:effectLst/>
                <a:latin typeface="Fjalla One" panose="02000506040000020004" pitchFamily="2" charset="0"/>
              </a:rPr>
              <a:t>: modelul peer-to-peer</a:t>
            </a:r>
            <a:endParaRPr sz="2800" dirty="0">
              <a:solidFill>
                <a:schemeClr val="dk2"/>
              </a:solidFill>
              <a:latin typeface="Fjalla One" panose="02000506040000020004" pitchFamily="2" charset="0"/>
            </a:endParaRPr>
          </a:p>
        </p:txBody>
      </p:sp>
      <p:sp>
        <p:nvSpPr>
          <p:cNvPr id="1885" name="Google Shape;1885;p35"/>
          <p:cNvSpPr txBox="1">
            <a:spLocks noGrp="1"/>
          </p:cNvSpPr>
          <p:nvPr>
            <p:ph type="subTitle" idx="1"/>
          </p:nvPr>
        </p:nvSpPr>
        <p:spPr>
          <a:xfrm>
            <a:off x="6072392" y="3623020"/>
            <a:ext cx="3071608" cy="152048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Clr>
                <a:schemeClr val="dk1"/>
              </a:buClr>
              <a:buSzPts val="1100"/>
              <a:buFont typeface="Arial"/>
              <a:buNone/>
            </a:pPr>
            <a:r>
              <a:rPr lang="en-US" sz="2000" dirty="0">
                <a:solidFill>
                  <a:schemeClr val="accent1"/>
                </a:solidFill>
              </a:rPr>
              <a:t>C</a:t>
            </a:r>
            <a:r>
              <a:rPr lang="ro-RO" sz="2000" dirty="0">
                <a:solidFill>
                  <a:schemeClr val="accent1"/>
                </a:solidFill>
              </a:rPr>
              <a:t>alu Andrei-Daniel</a:t>
            </a:r>
            <a:endParaRPr lang="en-US" sz="2000" dirty="0">
              <a:solidFill>
                <a:schemeClr val="accent1"/>
              </a:solidFill>
            </a:endParaRPr>
          </a:p>
          <a:p>
            <a:pPr marL="0" lvl="0" indent="0" algn="r" rtl="0">
              <a:spcBef>
                <a:spcPts val="0"/>
              </a:spcBef>
              <a:spcAft>
                <a:spcPts val="0"/>
              </a:spcAft>
              <a:buClr>
                <a:schemeClr val="dk1"/>
              </a:buClr>
              <a:buSzPts val="1100"/>
              <a:buFont typeface="Arial"/>
              <a:buNone/>
            </a:pPr>
            <a:r>
              <a:rPr lang="ro-RO" sz="2000" dirty="0"/>
              <a:t>Mihăecu Andrei-Răzvan</a:t>
            </a:r>
            <a:endParaRPr lang="en-US" sz="2000" dirty="0">
              <a:solidFill>
                <a:schemeClr val="accent1"/>
              </a:solidFill>
            </a:endParaRPr>
          </a:p>
          <a:p>
            <a:pPr marL="0" lvl="0" indent="0" algn="r" rtl="0">
              <a:spcBef>
                <a:spcPts val="0"/>
              </a:spcBef>
              <a:spcAft>
                <a:spcPts val="0"/>
              </a:spcAft>
              <a:buClr>
                <a:schemeClr val="dk1"/>
              </a:buClr>
              <a:buSzPts val="1100"/>
              <a:buFont typeface="Arial"/>
              <a:buNone/>
            </a:pPr>
            <a:r>
              <a:rPr lang="ro-RO" sz="2000" dirty="0"/>
              <a:t>Sândulache Mihnea-Ștefan</a:t>
            </a:r>
            <a:endParaRPr lang="en-US" sz="2000" dirty="0"/>
          </a:p>
          <a:p>
            <a:pPr marL="0" lvl="0" indent="0" algn="r" rtl="0">
              <a:spcBef>
                <a:spcPts val="0"/>
              </a:spcBef>
              <a:spcAft>
                <a:spcPts val="0"/>
              </a:spcAft>
              <a:buClr>
                <a:schemeClr val="dk1"/>
              </a:buClr>
              <a:buSzPts val="1100"/>
              <a:buFont typeface="Arial"/>
              <a:buNone/>
            </a:pPr>
            <a:r>
              <a:rPr lang="en-US" sz="2000" dirty="0">
                <a:solidFill>
                  <a:schemeClr val="accent1"/>
                </a:solidFill>
              </a:rPr>
              <a:t>332CC</a:t>
            </a:r>
          </a:p>
          <a:p>
            <a:pPr marL="0" lvl="0" indent="0" algn="r" rtl="0">
              <a:spcBef>
                <a:spcPts val="0"/>
              </a:spcBef>
              <a:spcAft>
                <a:spcPts val="0"/>
              </a:spcAft>
              <a:buClr>
                <a:schemeClr val="dk1"/>
              </a:buClr>
              <a:buSzPts val="1100"/>
              <a:buFont typeface="Arial"/>
              <a:buNone/>
            </a:pPr>
            <a:endParaRPr sz="2000" dirty="0">
              <a:solidFill>
                <a:schemeClr val="accent1"/>
              </a:solidFill>
            </a:endParaRPr>
          </a:p>
        </p:txBody>
      </p:sp>
      <p:pic>
        <p:nvPicPr>
          <p:cNvPr id="1026" name="Picture 2">
            <a:extLst>
              <a:ext uri="{FF2B5EF4-FFF2-40B4-BE49-F238E27FC236}">
                <a16:creationId xmlns:a16="http://schemas.microsoft.com/office/drawing/2014/main" id="{31DF4936-5BE6-D1B0-9575-DD90BC134D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39" y="0"/>
            <a:ext cx="5409937"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95"/>
        <p:cNvGrpSpPr/>
        <p:nvPr/>
      </p:nvGrpSpPr>
      <p:grpSpPr>
        <a:xfrm>
          <a:off x="0" y="0"/>
          <a:ext cx="0" cy="0"/>
          <a:chOff x="0" y="0"/>
          <a:chExt cx="0" cy="0"/>
        </a:xfrm>
      </p:grpSpPr>
      <p:grpSp>
        <p:nvGrpSpPr>
          <p:cNvPr id="2106" name="Google Shape;2106;p37"/>
          <p:cNvGrpSpPr/>
          <p:nvPr/>
        </p:nvGrpSpPr>
        <p:grpSpPr>
          <a:xfrm>
            <a:off x="731647" y="573573"/>
            <a:ext cx="635100" cy="734640"/>
            <a:chOff x="731647" y="573573"/>
            <a:chExt cx="635100" cy="734640"/>
          </a:xfrm>
        </p:grpSpPr>
        <p:grpSp>
          <p:nvGrpSpPr>
            <p:cNvPr id="2107" name="Google Shape;2107;p37"/>
            <p:cNvGrpSpPr/>
            <p:nvPr/>
          </p:nvGrpSpPr>
          <p:grpSpPr>
            <a:xfrm>
              <a:off x="731647" y="573573"/>
              <a:ext cx="635100" cy="635100"/>
              <a:chOff x="917231" y="750460"/>
              <a:chExt cx="635100" cy="635100"/>
            </a:xfrm>
          </p:grpSpPr>
          <p:sp>
            <p:nvSpPr>
              <p:cNvPr id="2108" name="Google Shape;2108;p37"/>
              <p:cNvSpPr/>
              <p:nvPr/>
            </p:nvSpPr>
            <p:spPr>
              <a:xfrm>
                <a:off x="917231" y="750460"/>
                <a:ext cx="635100" cy="6351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37"/>
              <p:cNvSpPr/>
              <p:nvPr/>
            </p:nvSpPr>
            <p:spPr>
              <a:xfrm>
                <a:off x="1001943" y="835185"/>
                <a:ext cx="465600" cy="4656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0" name="Google Shape;2110;p37"/>
            <p:cNvGrpSpPr/>
            <p:nvPr/>
          </p:nvGrpSpPr>
          <p:grpSpPr>
            <a:xfrm>
              <a:off x="961679" y="1281213"/>
              <a:ext cx="175013" cy="27000"/>
              <a:chOff x="5662375" y="212375"/>
              <a:chExt cx="175013" cy="27000"/>
            </a:xfrm>
          </p:grpSpPr>
          <p:sp>
            <p:nvSpPr>
              <p:cNvPr id="2111" name="Google Shape;2111;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2" name="Google Shape;2112;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3" name="Google Shape;2113;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14" name="Google Shape;2114;p37"/>
          <p:cNvGrpSpPr/>
          <p:nvPr/>
        </p:nvGrpSpPr>
        <p:grpSpPr>
          <a:xfrm>
            <a:off x="731647" y="1650460"/>
            <a:ext cx="635100" cy="733490"/>
            <a:chOff x="731647" y="1650460"/>
            <a:chExt cx="635100" cy="733490"/>
          </a:xfrm>
        </p:grpSpPr>
        <p:grpSp>
          <p:nvGrpSpPr>
            <p:cNvPr id="2115" name="Google Shape;2115;p37"/>
            <p:cNvGrpSpPr/>
            <p:nvPr/>
          </p:nvGrpSpPr>
          <p:grpSpPr>
            <a:xfrm>
              <a:off x="731647" y="1650460"/>
              <a:ext cx="635100" cy="635100"/>
              <a:chOff x="917231" y="1827973"/>
              <a:chExt cx="635100" cy="635100"/>
            </a:xfrm>
          </p:grpSpPr>
          <p:sp>
            <p:nvSpPr>
              <p:cNvPr id="2116" name="Google Shape;2116;p37"/>
              <p:cNvSpPr/>
              <p:nvPr/>
            </p:nvSpPr>
            <p:spPr>
              <a:xfrm>
                <a:off x="917231" y="1827973"/>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37"/>
              <p:cNvSpPr/>
              <p:nvPr/>
            </p:nvSpPr>
            <p:spPr>
              <a:xfrm>
                <a:off x="1001931" y="1912710"/>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8" name="Google Shape;2118;p37"/>
            <p:cNvGrpSpPr/>
            <p:nvPr/>
          </p:nvGrpSpPr>
          <p:grpSpPr>
            <a:xfrm>
              <a:off x="961679" y="2356951"/>
              <a:ext cx="175013" cy="27000"/>
              <a:chOff x="5662375" y="212375"/>
              <a:chExt cx="175013" cy="27000"/>
            </a:xfrm>
          </p:grpSpPr>
          <p:sp>
            <p:nvSpPr>
              <p:cNvPr id="2119" name="Google Shape;2119;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0" name="Google Shape;2120;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1" name="Google Shape;2121;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22" name="Google Shape;2122;p37"/>
          <p:cNvGrpSpPr/>
          <p:nvPr/>
        </p:nvGrpSpPr>
        <p:grpSpPr>
          <a:xfrm>
            <a:off x="731647" y="2728277"/>
            <a:ext cx="635100" cy="734984"/>
            <a:chOff x="731647" y="2728277"/>
            <a:chExt cx="635100" cy="734984"/>
          </a:xfrm>
        </p:grpSpPr>
        <p:grpSp>
          <p:nvGrpSpPr>
            <p:cNvPr id="2123" name="Google Shape;2123;p37"/>
            <p:cNvGrpSpPr/>
            <p:nvPr/>
          </p:nvGrpSpPr>
          <p:grpSpPr>
            <a:xfrm>
              <a:off x="731647" y="2728277"/>
              <a:ext cx="635100" cy="635100"/>
              <a:chOff x="917231" y="2905502"/>
              <a:chExt cx="635100" cy="635100"/>
            </a:xfrm>
          </p:grpSpPr>
          <p:sp>
            <p:nvSpPr>
              <p:cNvPr id="2124" name="Google Shape;2124;p37"/>
              <p:cNvSpPr/>
              <p:nvPr/>
            </p:nvSpPr>
            <p:spPr>
              <a:xfrm>
                <a:off x="917231" y="2905502"/>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37"/>
              <p:cNvSpPr/>
              <p:nvPr/>
            </p:nvSpPr>
            <p:spPr>
              <a:xfrm>
                <a:off x="1001931" y="2990252"/>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6" name="Google Shape;2126;p37"/>
            <p:cNvGrpSpPr/>
            <p:nvPr/>
          </p:nvGrpSpPr>
          <p:grpSpPr>
            <a:xfrm>
              <a:off x="961679" y="3436260"/>
              <a:ext cx="175013" cy="27000"/>
              <a:chOff x="5662375" y="212375"/>
              <a:chExt cx="175013" cy="27000"/>
            </a:xfrm>
          </p:grpSpPr>
          <p:sp>
            <p:nvSpPr>
              <p:cNvPr id="2127" name="Google Shape;2127;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8" name="Google Shape;2128;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9" name="Google Shape;2129;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30" name="Google Shape;2130;p37"/>
          <p:cNvGrpSpPr/>
          <p:nvPr/>
        </p:nvGrpSpPr>
        <p:grpSpPr>
          <a:xfrm>
            <a:off x="731647" y="3806675"/>
            <a:ext cx="635100" cy="734704"/>
            <a:chOff x="731647" y="3806675"/>
            <a:chExt cx="635100" cy="734704"/>
          </a:xfrm>
        </p:grpSpPr>
        <p:grpSp>
          <p:nvGrpSpPr>
            <p:cNvPr id="2131" name="Google Shape;2131;p37"/>
            <p:cNvGrpSpPr/>
            <p:nvPr/>
          </p:nvGrpSpPr>
          <p:grpSpPr>
            <a:xfrm>
              <a:off x="731647" y="3806675"/>
              <a:ext cx="635100" cy="635100"/>
              <a:chOff x="917231" y="3983097"/>
              <a:chExt cx="635100" cy="635100"/>
            </a:xfrm>
          </p:grpSpPr>
          <p:sp>
            <p:nvSpPr>
              <p:cNvPr id="2132" name="Google Shape;2132;p37"/>
              <p:cNvSpPr/>
              <p:nvPr/>
            </p:nvSpPr>
            <p:spPr>
              <a:xfrm>
                <a:off x="917231" y="3983097"/>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37"/>
              <p:cNvSpPr/>
              <p:nvPr/>
            </p:nvSpPr>
            <p:spPr>
              <a:xfrm>
                <a:off x="1001931" y="4067797"/>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4" name="Google Shape;2134;p37"/>
            <p:cNvGrpSpPr/>
            <p:nvPr/>
          </p:nvGrpSpPr>
          <p:grpSpPr>
            <a:xfrm>
              <a:off x="961679" y="4514379"/>
              <a:ext cx="175013" cy="27000"/>
              <a:chOff x="5662375" y="212375"/>
              <a:chExt cx="175013" cy="27000"/>
            </a:xfrm>
          </p:grpSpPr>
          <p:sp>
            <p:nvSpPr>
              <p:cNvPr id="2135" name="Google Shape;2135;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36" name="Google Shape;2136;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37" name="Google Shape;2137;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2138" name="Google Shape;2138;p37"/>
          <p:cNvSpPr txBox="1">
            <a:spLocks noGrp="1"/>
          </p:cNvSpPr>
          <p:nvPr>
            <p:ph type="title"/>
          </p:nvPr>
        </p:nvSpPr>
        <p:spPr>
          <a:xfrm>
            <a:off x="4806824" y="111465"/>
            <a:ext cx="3304117" cy="102034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Table of Contents</a:t>
            </a:r>
            <a:endParaRPr dirty="0"/>
          </a:p>
        </p:txBody>
      </p:sp>
      <p:sp>
        <p:nvSpPr>
          <p:cNvPr id="2140" name="Google Shape;2140;p37"/>
          <p:cNvSpPr txBox="1">
            <a:spLocks noGrp="1"/>
          </p:cNvSpPr>
          <p:nvPr>
            <p:ph type="subTitle" idx="1"/>
          </p:nvPr>
        </p:nvSpPr>
        <p:spPr>
          <a:xfrm>
            <a:off x="1664208" y="699098"/>
            <a:ext cx="2615100"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dirty="0">
                <a:solidFill>
                  <a:schemeClr val="accent1"/>
                </a:solidFill>
              </a:rPr>
              <a:t>Introducere</a:t>
            </a:r>
            <a:endParaRPr dirty="0"/>
          </a:p>
        </p:txBody>
      </p:sp>
      <p:sp>
        <p:nvSpPr>
          <p:cNvPr id="2141" name="Google Shape;2141;p37"/>
          <p:cNvSpPr txBox="1">
            <a:spLocks noGrp="1"/>
          </p:cNvSpPr>
          <p:nvPr>
            <p:ph type="subTitle" idx="3"/>
          </p:nvPr>
        </p:nvSpPr>
        <p:spPr>
          <a:xfrm>
            <a:off x="1646891" y="1609368"/>
            <a:ext cx="2615100"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ro-RO" dirty="0">
                <a:solidFill>
                  <a:schemeClr val="accent1"/>
                </a:solidFill>
              </a:rPr>
              <a:t>Tipuri de arhitecturi </a:t>
            </a:r>
            <a:r>
              <a:rPr lang="ro-RO" dirty="0" err="1">
                <a:solidFill>
                  <a:schemeClr val="accent1"/>
                </a:solidFill>
              </a:rPr>
              <a:t>multiplayer</a:t>
            </a:r>
            <a:endParaRPr dirty="0"/>
          </a:p>
        </p:txBody>
      </p:sp>
      <p:sp>
        <p:nvSpPr>
          <p:cNvPr id="2143" name="Google Shape;2143;p37"/>
          <p:cNvSpPr txBox="1">
            <a:spLocks noGrp="1"/>
          </p:cNvSpPr>
          <p:nvPr>
            <p:ph type="subTitle" idx="5"/>
          </p:nvPr>
        </p:nvSpPr>
        <p:spPr>
          <a:xfrm>
            <a:off x="1664208" y="2857983"/>
            <a:ext cx="2615100"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ro-RO" dirty="0">
                <a:solidFill>
                  <a:schemeClr val="accent1"/>
                </a:solidFill>
              </a:rPr>
              <a:t>Arhitectura </a:t>
            </a:r>
            <a:r>
              <a:rPr lang="ro-RO" dirty="0" err="1">
                <a:solidFill>
                  <a:schemeClr val="accent1"/>
                </a:solidFill>
              </a:rPr>
              <a:t>peer-to-peer</a:t>
            </a:r>
            <a:endParaRPr dirty="0"/>
          </a:p>
        </p:txBody>
      </p:sp>
      <p:sp>
        <p:nvSpPr>
          <p:cNvPr id="2145" name="Google Shape;2145;p37"/>
          <p:cNvSpPr txBox="1">
            <a:spLocks noGrp="1"/>
          </p:cNvSpPr>
          <p:nvPr>
            <p:ph type="subTitle" idx="7"/>
          </p:nvPr>
        </p:nvSpPr>
        <p:spPr>
          <a:xfrm>
            <a:off x="1664208" y="3899895"/>
            <a:ext cx="2615100"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ro-RO" dirty="0"/>
              <a:t>Avantaje </a:t>
            </a:r>
            <a:r>
              <a:rPr lang="ro-RO" dirty="0" err="1"/>
              <a:t>peer-to-peer</a:t>
            </a:r>
            <a:endParaRPr dirty="0"/>
          </a:p>
        </p:txBody>
      </p:sp>
      <p:sp>
        <p:nvSpPr>
          <p:cNvPr id="2147" name="Google Shape;2147;p37"/>
          <p:cNvSpPr txBox="1">
            <a:spLocks noGrp="1"/>
          </p:cNvSpPr>
          <p:nvPr>
            <p:ph type="title" idx="9"/>
          </p:nvPr>
        </p:nvSpPr>
        <p:spPr>
          <a:xfrm>
            <a:off x="813816" y="722376"/>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148" name="Google Shape;2148;p37"/>
          <p:cNvSpPr txBox="1">
            <a:spLocks noGrp="1"/>
          </p:cNvSpPr>
          <p:nvPr>
            <p:ph type="title" idx="13"/>
          </p:nvPr>
        </p:nvSpPr>
        <p:spPr>
          <a:xfrm>
            <a:off x="813816" y="1801368"/>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2149" name="Google Shape;2149;p37"/>
          <p:cNvSpPr txBox="1">
            <a:spLocks noGrp="1"/>
          </p:cNvSpPr>
          <p:nvPr>
            <p:ph type="title" idx="14"/>
          </p:nvPr>
        </p:nvSpPr>
        <p:spPr>
          <a:xfrm>
            <a:off x="813816" y="2880360"/>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2150" name="Google Shape;2150;p37"/>
          <p:cNvSpPr txBox="1">
            <a:spLocks noGrp="1"/>
          </p:cNvSpPr>
          <p:nvPr>
            <p:ph type="title" idx="15"/>
          </p:nvPr>
        </p:nvSpPr>
        <p:spPr>
          <a:xfrm>
            <a:off x="813816" y="3959352"/>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grpSp>
        <p:nvGrpSpPr>
          <p:cNvPr id="2" name="Google Shape;2130;p37">
            <a:extLst>
              <a:ext uri="{FF2B5EF4-FFF2-40B4-BE49-F238E27FC236}">
                <a16:creationId xmlns:a16="http://schemas.microsoft.com/office/drawing/2014/main" id="{2190579A-1693-6A1E-4393-9FBBBD107C59}"/>
              </a:ext>
            </a:extLst>
          </p:cNvPr>
          <p:cNvGrpSpPr/>
          <p:nvPr/>
        </p:nvGrpSpPr>
        <p:grpSpPr>
          <a:xfrm>
            <a:off x="4594316" y="1025847"/>
            <a:ext cx="635100" cy="734704"/>
            <a:chOff x="731647" y="3806675"/>
            <a:chExt cx="635100" cy="734704"/>
          </a:xfrm>
        </p:grpSpPr>
        <p:grpSp>
          <p:nvGrpSpPr>
            <p:cNvPr id="3" name="Google Shape;2131;p37">
              <a:extLst>
                <a:ext uri="{FF2B5EF4-FFF2-40B4-BE49-F238E27FC236}">
                  <a16:creationId xmlns:a16="http://schemas.microsoft.com/office/drawing/2014/main" id="{C71A62EB-ACD8-7A45-613D-8EF1BD7062EB}"/>
                </a:ext>
              </a:extLst>
            </p:cNvPr>
            <p:cNvGrpSpPr/>
            <p:nvPr/>
          </p:nvGrpSpPr>
          <p:grpSpPr>
            <a:xfrm>
              <a:off x="731647" y="3806675"/>
              <a:ext cx="635100" cy="635100"/>
              <a:chOff x="917231" y="3983097"/>
              <a:chExt cx="635100" cy="635100"/>
            </a:xfrm>
          </p:grpSpPr>
          <p:sp>
            <p:nvSpPr>
              <p:cNvPr id="8" name="Google Shape;2132;p37">
                <a:extLst>
                  <a:ext uri="{FF2B5EF4-FFF2-40B4-BE49-F238E27FC236}">
                    <a16:creationId xmlns:a16="http://schemas.microsoft.com/office/drawing/2014/main" id="{085716AE-2B2D-8CBD-C9AC-D163862B8C09}"/>
                  </a:ext>
                </a:extLst>
              </p:cNvPr>
              <p:cNvSpPr/>
              <p:nvPr/>
            </p:nvSpPr>
            <p:spPr>
              <a:xfrm>
                <a:off x="917231" y="3983097"/>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2133;p37">
                <a:extLst>
                  <a:ext uri="{FF2B5EF4-FFF2-40B4-BE49-F238E27FC236}">
                    <a16:creationId xmlns:a16="http://schemas.microsoft.com/office/drawing/2014/main" id="{18FD7E90-F690-17A2-F4BE-5780E6FF822E}"/>
                  </a:ext>
                </a:extLst>
              </p:cNvPr>
              <p:cNvSpPr/>
              <p:nvPr/>
            </p:nvSpPr>
            <p:spPr>
              <a:xfrm>
                <a:off x="1001931" y="4067797"/>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 name="Google Shape;2134;p37">
              <a:extLst>
                <a:ext uri="{FF2B5EF4-FFF2-40B4-BE49-F238E27FC236}">
                  <a16:creationId xmlns:a16="http://schemas.microsoft.com/office/drawing/2014/main" id="{9E6E6E04-B69D-CF3D-7624-CD227BBE3AB7}"/>
                </a:ext>
              </a:extLst>
            </p:cNvPr>
            <p:cNvGrpSpPr/>
            <p:nvPr/>
          </p:nvGrpSpPr>
          <p:grpSpPr>
            <a:xfrm>
              <a:off x="961679" y="4514379"/>
              <a:ext cx="175013" cy="27000"/>
              <a:chOff x="5662375" y="212375"/>
              <a:chExt cx="175013" cy="27000"/>
            </a:xfrm>
          </p:grpSpPr>
          <p:sp>
            <p:nvSpPr>
              <p:cNvPr id="5" name="Google Shape;2135;p37">
                <a:extLst>
                  <a:ext uri="{FF2B5EF4-FFF2-40B4-BE49-F238E27FC236}">
                    <a16:creationId xmlns:a16="http://schemas.microsoft.com/office/drawing/2014/main" id="{DAA10B05-220D-787B-55FF-CB79C5A6182F}"/>
                  </a:ext>
                </a:extLst>
              </p:cNvPr>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6" name="Google Shape;2136;p37">
                <a:extLst>
                  <a:ext uri="{FF2B5EF4-FFF2-40B4-BE49-F238E27FC236}">
                    <a16:creationId xmlns:a16="http://schemas.microsoft.com/office/drawing/2014/main" id="{FABB82A3-4B44-5790-400E-04D62517E254}"/>
                  </a:ext>
                </a:extLst>
              </p:cNvPr>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7" name="Google Shape;2137;p37">
                <a:extLst>
                  <a:ext uri="{FF2B5EF4-FFF2-40B4-BE49-F238E27FC236}">
                    <a16:creationId xmlns:a16="http://schemas.microsoft.com/office/drawing/2014/main" id="{44D1841D-8D4B-0C4B-EA18-1F542F04957A}"/>
                  </a:ext>
                </a:extLst>
              </p:cNvPr>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10" name="Google Shape;2145;p37">
            <a:extLst>
              <a:ext uri="{FF2B5EF4-FFF2-40B4-BE49-F238E27FC236}">
                <a16:creationId xmlns:a16="http://schemas.microsoft.com/office/drawing/2014/main" id="{CB948BA7-81DA-93A5-619F-6B8DCA9233E2}"/>
              </a:ext>
            </a:extLst>
          </p:cNvPr>
          <p:cNvSpPr txBox="1">
            <a:spLocks/>
          </p:cNvSpPr>
          <p:nvPr/>
        </p:nvSpPr>
        <p:spPr>
          <a:xfrm>
            <a:off x="5553709" y="1135302"/>
            <a:ext cx="2615100" cy="384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a:lnSpc>
                <a:spcPct val="115000"/>
              </a:lnSpc>
            </a:pPr>
            <a:r>
              <a:rPr lang="ro-RO" dirty="0" err="1"/>
              <a:t>Dezavanataje</a:t>
            </a:r>
            <a:r>
              <a:rPr lang="ro-RO" dirty="0"/>
              <a:t> </a:t>
            </a:r>
            <a:r>
              <a:rPr lang="ro-RO" dirty="0" err="1"/>
              <a:t>peer-to-peer</a:t>
            </a:r>
            <a:endParaRPr lang="en-US" dirty="0"/>
          </a:p>
        </p:txBody>
      </p:sp>
      <p:sp>
        <p:nvSpPr>
          <p:cNvPr id="12" name="Google Shape;2150;p37">
            <a:extLst>
              <a:ext uri="{FF2B5EF4-FFF2-40B4-BE49-F238E27FC236}">
                <a16:creationId xmlns:a16="http://schemas.microsoft.com/office/drawing/2014/main" id="{FA5196AF-140F-6B4F-48D8-2A4110D3A04B}"/>
              </a:ext>
            </a:extLst>
          </p:cNvPr>
          <p:cNvSpPr txBox="1">
            <a:spLocks/>
          </p:cNvSpPr>
          <p:nvPr/>
        </p:nvSpPr>
        <p:spPr>
          <a:xfrm>
            <a:off x="4676485" y="1178524"/>
            <a:ext cx="457200" cy="3474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1pPr>
            <a:lvl2pPr marR="0" lvl="1"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2pPr>
            <a:lvl3pPr marR="0" lvl="2"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3pPr>
            <a:lvl4pPr marR="0" lvl="3"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4pPr>
            <a:lvl5pPr marR="0" lvl="4"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5pPr>
            <a:lvl6pPr marR="0" lvl="5"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6pPr>
            <a:lvl7pPr marR="0" lvl="6"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7pPr>
            <a:lvl8pPr marR="0" lvl="7"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8pPr>
            <a:lvl9pPr marR="0" lvl="8"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9pPr>
          </a:lstStyle>
          <a:p>
            <a:r>
              <a:rPr lang="en" dirty="0"/>
              <a:t>05</a:t>
            </a:r>
          </a:p>
        </p:txBody>
      </p:sp>
      <p:grpSp>
        <p:nvGrpSpPr>
          <p:cNvPr id="13" name="Google Shape;2130;p37">
            <a:extLst>
              <a:ext uri="{FF2B5EF4-FFF2-40B4-BE49-F238E27FC236}">
                <a16:creationId xmlns:a16="http://schemas.microsoft.com/office/drawing/2014/main" id="{ECD355AA-57D0-5497-EF18-A205AAD44DFE}"/>
              </a:ext>
            </a:extLst>
          </p:cNvPr>
          <p:cNvGrpSpPr/>
          <p:nvPr/>
        </p:nvGrpSpPr>
        <p:grpSpPr>
          <a:xfrm>
            <a:off x="4607828" y="3049463"/>
            <a:ext cx="635100" cy="734704"/>
            <a:chOff x="731647" y="3806675"/>
            <a:chExt cx="635100" cy="734704"/>
          </a:xfrm>
        </p:grpSpPr>
        <p:grpSp>
          <p:nvGrpSpPr>
            <p:cNvPr id="14" name="Google Shape;2131;p37">
              <a:extLst>
                <a:ext uri="{FF2B5EF4-FFF2-40B4-BE49-F238E27FC236}">
                  <a16:creationId xmlns:a16="http://schemas.microsoft.com/office/drawing/2014/main" id="{5EE7094B-A073-2E03-5DE0-2813EB5FDBEA}"/>
                </a:ext>
              </a:extLst>
            </p:cNvPr>
            <p:cNvGrpSpPr/>
            <p:nvPr/>
          </p:nvGrpSpPr>
          <p:grpSpPr>
            <a:xfrm>
              <a:off x="731647" y="3806675"/>
              <a:ext cx="635100" cy="635100"/>
              <a:chOff x="917231" y="3983097"/>
              <a:chExt cx="635100" cy="635100"/>
            </a:xfrm>
          </p:grpSpPr>
          <p:sp>
            <p:nvSpPr>
              <p:cNvPr id="19" name="Google Shape;2132;p37">
                <a:extLst>
                  <a:ext uri="{FF2B5EF4-FFF2-40B4-BE49-F238E27FC236}">
                    <a16:creationId xmlns:a16="http://schemas.microsoft.com/office/drawing/2014/main" id="{2B86081B-E020-56B5-4357-E3899D2A5896}"/>
                  </a:ext>
                </a:extLst>
              </p:cNvPr>
              <p:cNvSpPr/>
              <p:nvPr/>
            </p:nvSpPr>
            <p:spPr>
              <a:xfrm>
                <a:off x="917231" y="3983097"/>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133;p37">
                <a:extLst>
                  <a:ext uri="{FF2B5EF4-FFF2-40B4-BE49-F238E27FC236}">
                    <a16:creationId xmlns:a16="http://schemas.microsoft.com/office/drawing/2014/main" id="{68741E93-B727-0846-C1F3-0D6BABC03575}"/>
                  </a:ext>
                </a:extLst>
              </p:cNvPr>
              <p:cNvSpPr/>
              <p:nvPr/>
            </p:nvSpPr>
            <p:spPr>
              <a:xfrm>
                <a:off x="1001931" y="4067797"/>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 name="Google Shape;2134;p37">
              <a:extLst>
                <a:ext uri="{FF2B5EF4-FFF2-40B4-BE49-F238E27FC236}">
                  <a16:creationId xmlns:a16="http://schemas.microsoft.com/office/drawing/2014/main" id="{E1F5A4E3-99AF-60F6-1BBD-533783EC3AC7}"/>
                </a:ext>
              </a:extLst>
            </p:cNvPr>
            <p:cNvGrpSpPr/>
            <p:nvPr/>
          </p:nvGrpSpPr>
          <p:grpSpPr>
            <a:xfrm>
              <a:off x="961679" y="4514379"/>
              <a:ext cx="175013" cy="27000"/>
              <a:chOff x="5662375" y="212375"/>
              <a:chExt cx="175013" cy="27000"/>
            </a:xfrm>
          </p:grpSpPr>
          <p:sp>
            <p:nvSpPr>
              <p:cNvPr id="16" name="Google Shape;2135;p37">
                <a:extLst>
                  <a:ext uri="{FF2B5EF4-FFF2-40B4-BE49-F238E27FC236}">
                    <a16:creationId xmlns:a16="http://schemas.microsoft.com/office/drawing/2014/main" id="{5CD8B29A-1612-BEAC-0F58-047CBCE73A1F}"/>
                  </a:ext>
                </a:extLst>
              </p:cNvPr>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 name="Google Shape;2136;p37">
                <a:extLst>
                  <a:ext uri="{FF2B5EF4-FFF2-40B4-BE49-F238E27FC236}">
                    <a16:creationId xmlns:a16="http://schemas.microsoft.com/office/drawing/2014/main" id="{5DBD7434-71A1-81B8-FCED-88C631CB9AFF}"/>
                  </a:ext>
                </a:extLst>
              </p:cNvPr>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8" name="Google Shape;2137;p37">
                <a:extLst>
                  <a:ext uri="{FF2B5EF4-FFF2-40B4-BE49-F238E27FC236}">
                    <a16:creationId xmlns:a16="http://schemas.microsoft.com/office/drawing/2014/main" id="{C33CAB7D-310C-158D-D6FF-3261729F5DB3}"/>
                  </a:ext>
                </a:extLst>
              </p:cNvPr>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21" name="Google Shape;2145;p37">
            <a:extLst>
              <a:ext uri="{FF2B5EF4-FFF2-40B4-BE49-F238E27FC236}">
                <a16:creationId xmlns:a16="http://schemas.microsoft.com/office/drawing/2014/main" id="{F554C248-0323-393B-CCB9-8ED62F6B302E}"/>
              </a:ext>
            </a:extLst>
          </p:cNvPr>
          <p:cNvSpPr txBox="1">
            <a:spLocks/>
          </p:cNvSpPr>
          <p:nvPr/>
        </p:nvSpPr>
        <p:spPr>
          <a:xfrm>
            <a:off x="5598257" y="3102366"/>
            <a:ext cx="2615100" cy="384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a:lnSpc>
                <a:spcPct val="115000"/>
              </a:lnSpc>
            </a:pPr>
            <a:r>
              <a:rPr lang="en-US" dirty="0" err="1"/>
              <a:t>Studiu</a:t>
            </a:r>
            <a:r>
              <a:rPr lang="en-US" dirty="0"/>
              <a:t> de </a:t>
            </a:r>
            <a:r>
              <a:rPr lang="en-US" dirty="0" err="1"/>
              <a:t>caz</a:t>
            </a:r>
            <a:endParaRPr lang="en-US" dirty="0"/>
          </a:p>
        </p:txBody>
      </p:sp>
      <p:sp>
        <p:nvSpPr>
          <p:cNvPr id="23" name="Google Shape;2150;p37">
            <a:extLst>
              <a:ext uri="{FF2B5EF4-FFF2-40B4-BE49-F238E27FC236}">
                <a16:creationId xmlns:a16="http://schemas.microsoft.com/office/drawing/2014/main" id="{EB8528F6-F788-516F-670C-F54F09229CEB}"/>
              </a:ext>
            </a:extLst>
          </p:cNvPr>
          <p:cNvSpPr txBox="1">
            <a:spLocks/>
          </p:cNvSpPr>
          <p:nvPr/>
        </p:nvSpPr>
        <p:spPr>
          <a:xfrm>
            <a:off x="4689997" y="3202140"/>
            <a:ext cx="457200" cy="3474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1pPr>
            <a:lvl2pPr marR="0" lvl="1"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2pPr>
            <a:lvl3pPr marR="0" lvl="2"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3pPr>
            <a:lvl4pPr marR="0" lvl="3"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4pPr>
            <a:lvl5pPr marR="0" lvl="4"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5pPr>
            <a:lvl6pPr marR="0" lvl="5"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6pPr>
            <a:lvl7pPr marR="0" lvl="6"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7pPr>
            <a:lvl8pPr marR="0" lvl="7"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8pPr>
            <a:lvl9pPr marR="0" lvl="8"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9pPr>
          </a:lstStyle>
          <a:p>
            <a:r>
              <a:rPr lang="en" dirty="0"/>
              <a:t>0</a:t>
            </a:r>
            <a:r>
              <a:rPr lang="ro-RO" dirty="0"/>
              <a:t>7</a:t>
            </a:r>
            <a:endParaRPr lang="en" dirty="0"/>
          </a:p>
        </p:txBody>
      </p:sp>
      <p:grpSp>
        <p:nvGrpSpPr>
          <p:cNvPr id="11" name="Google Shape;2122;p37">
            <a:extLst>
              <a:ext uri="{FF2B5EF4-FFF2-40B4-BE49-F238E27FC236}">
                <a16:creationId xmlns:a16="http://schemas.microsoft.com/office/drawing/2014/main" id="{51CF93C2-A0DA-65BC-371B-5E94AB535ACC}"/>
              </a:ext>
            </a:extLst>
          </p:cNvPr>
          <p:cNvGrpSpPr/>
          <p:nvPr/>
        </p:nvGrpSpPr>
        <p:grpSpPr>
          <a:xfrm>
            <a:off x="4638864" y="4275643"/>
            <a:ext cx="635100" cy="734984"/>
            <a:chOff x="731647" y="2728277"/>
            <a:chExt cx="635100" cy="734984"/>
          </a:xfrm>
        </p:grpSpPr>
        <p:grpSp>
          <p:nvGrpSpPr>
            <p:cNvPr id="22" name="Google Shape;2123;p37">
              <a:extLst>
                <a:ext uri="{FF2B5EF4-FFF2-40B4-BE49-F238E27FC236}">
                  <a16:creationId xmlns:a16="http://schemas.microsoft.com/office/drawing/2014/main" id="{AC30EAFD-AE00-BA66-97C8-0FD85B5CE061}"/>
                </a:ext>
              </a:extLst>
            </p:cNvPr>
            <p:cNvGrpSpPr/>
            <p:nvPr/>
          </p:nvGrpSpPr>
          <p:grpSpPr>
            <a:xfrm>
              <a:off x="731647" y="2728277"/>
              <a:ext cx="635100" cy="635100"/>
              <a:chOff x="917231" y="2905502"/>
              <a:chExt cx="635100" cy="635100"/>
            </a:xfrm>
          </p:grpSpPr>
          <p:sp>
            <p:nvSpPr>
              <p:cNvPr id="28" name="Google Shape;2124;p37">
                <a:extLst>
                  <a:ext uri="{FF2B5EF4-FFF2-40B4-BE49-F238E27FC236}">
                    <a16:creationId xmlns:a16="http://schemas.microsoft.com/office/drawing/2014/main" id="{DB91F1FA-FBF9-2442-8B78-95C4CA22A085}"/>
                  </a:ext>
                </a:extLst>
              </p:cNvPr>
              <p:cNvSpPr/>
              <p:nvPr/>
            </p:nvSpPr>
            <p:spPr>
              <a:xfrm>
                <a:off x="917231" y="2905502"/>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125;p37">
                <a:extLst>
                  <a:ext uri="{FF2B5EF4-FFF2-40B4-BE49-F238E27FC236}">
                    <a16:creationId xmlns:a16="http://schemas.microsoft.com/office/drawing/2014/main" id="{94B1D8A3-D017-8E4E-F7DB-EB81C28050C5}"/>
                  </a:ext>
                </a:extLst>
              </p:cNvPr>
              <p:cNvSpPr/>
              <p:nvPr/>
            </p:nvSpPr>
            <p:spPr>
              <a:xfrm>
                <a:off x="1001931" y="2990252"/>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2126;p37">
              <a:extLst>
                <a:ext uri="{FF2B5EF4-FFF2-40B4-BE49-F238E27FC236}">
                  <a16:creationId xmlns:a16="http://schemas.microsoft.com/office/drawing/2014/main" id="{A1B9B569-2D80-CEDC-5B1D-722DE0D68488}"/>
                </a:ext>
              </a:extLst>
            </p:cNvPr>
            <p:cNvGrpSpPr/>
            <p:nvPr/>
          </p:nvGrpSpPr>
          <p:grpSpPr>
            <a:xfrm>
              <a:off x="961679" y="3436260"/>
              <a:ext cx="175013" cy="27000"/>
              <a:chOff x="5662375" y="212375"/>
              <a:chExt cx="175013" cy="27000"/>
            </a:xfrm>
          </p:grpSpPr>
          <p:sp>
            <p:nvSpPr>
              <p:cNvPr id="25" name="Google Shape;2127;p37">
                <a:extLst>
                  <a:ext uri="{FF2B5EF4-FFF2-40B4-BE49-F238E27FC236}">
                    <a16:creationId xmlns:a16="http://schemas.microsoft.com/office/drawing/2014/main" id="{507060F8-3601-FC18-F95C-0E8B69396B51}"/>
                  </a:ext>
                </a:extLst>
              </p:cNvPr>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6" name="Google Shape;2128;p37">
                <a:extLst>
                  <a:ext uri="{FF2B5EF4-FFF2-40B4-BE49-F238E27FC236}">
                    <a16:creationId xmlns:a16="http://schemas.microsoft.com/office/drawing/2014/main" id="{9FB733B1-B4A4-B097-E4C9-CA025338F86E}"/>
                  </a:ext>
                </a:extLst>
              </p:cNvPr>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7" name="Google Shape;2129;p37">
                <a:extLst>
                  <a:ext uri="{FF2B5EF4-FFF2-40B4-BE49-F238E27FC236}">
                    <a16:creationId xmlns:a16="http://schemas.microsoft.com/office/drawing/2014/main" id="{97DA15FB-BF68-205B-D9C2-3C43828577BD}"/>
                  </a:ext>
                </a:extLst>
              </p:cNvPr>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30" name="Google Shape;2143;p37">
            <a:extLst>
              <a:ext uri="{FF2B5EF4-FFF2-40B4-BE49-F238E27FC236}">
                <a16:creationId xmlns:a16="http://schemas.microsoft.com/office/drawing/2014/main" id="{6338B02C-51A5-C02E-0FF8-CB232791458E}"/>
              </a:ext>
            </a:extLst>
          </p:cNvPr>
          <p:cNvSpPr txBox="1">
            <a:spLocks/>
          </p:cNvSpPr>
          <p:nvPr/>
        </p:nvSpPr>
        <p:spPr>
          <a:xfrm>
            <a:off x="5567221" y="4335879"/>
            <a:ext cx="2615100" cy="384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a:lnSpc>
                <a:spcPct val="115000"/>
              </a:lnSpc>
            </a:pPr>
            <a:r>
              <a:rPr lang="en-US" dirty="0" err="1"/>
              <a:t>Concluzii</a:t>
            </a:r>
            <a:endParaRPr lang="en-US" dirty="0"/>
          </a:p>
        </p:txBody>
      </p:sp>
      <p:sp>
        <p:nvSpPr>
          <p:cNvPr id="32" name="Google Shape;2149;p37">
            <a:extLst>
              <a:ext uri="{FF2B5EF4-FFF2-40B4-BE49-F238E27FC236}">
                <a16:creationId xmlns:a16="http://schemas.microsoft.com/office/drawing/2014/main" id="{5A3DF123-6241-A419-D4CD-CFA6532C6EB2}"/>
              </a:ext>
            </a:extLst>
          </p:cNvPr>
          <p:cNvSpPr txBox="1">
            <a:spLocks/>
          </p:cNvSpPr>
          <p:nvPr/>
        </p:nvSpPr>
        <p:spPr>
          <a:xfrm>
            <a:off x="4721033" y="4427726"/>
            <a:ext cx="457200" cy="3474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1pPr>
            <a:lvl2pPr marR="0" lvl="1"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2pPr>
            <a:lvl3pPr marR="0" lvl="2"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3pPr>
            <a:lvl4pPr marR="0" lvl="3"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4pPr>
            <a:lvl5pPr marR="0" lvl="4"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5pPr>
            <a:lvl6pPr marR="0" lvl="5"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6pPr>
            <a:lvl7pPr marR="0" lvl="6"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7pPr>
            <a:lvl8pPr marR="0" lvl="7"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8pPr>
            <a:lvl9pPr marR="0" lvl="8"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9pPr>
          </a:lstStyle>
          <a:p>
            <a:r>
              <a:rPr lang="ro-RO" dirty="0"/>
              <a:t>08</a:t>
            </a:r>
            <a:endParaRPr lang="en" dirty="0"/>
          </a:p>
        </p:txBody>
      </p:sp>
      <p:sp>
        <p:nvSpPr>
          <p:cNvPr id="33" name="Google Shape;2144;p37">
            <a:extLst>
              <a:ext uri="{FF2B5EF4-FFF2-40B4-BE49-F238E27FC236}">
                <a16:creationId xmlns:a16="http://schemas.microsoft.com/office/drawing/2014/main" id="{94F5111E-4AF4-6D6B-8275-DD723EEEACE7}"/>
              </a:ext>
            </a:extLst>
          </p:cNvPr>
          <p:cNvSpPr txBox="1">
            <a:spLocks/>
          </p:cNvSpPr>
          <p:nvPr/>
        </p:nvSpPr>
        <p:spPr>
          <a:xfrm>
            <a:off x="5598257" y="3496167"/>
            <a:ext cx="2615100" cy="576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pPr>
              <a:buClr>
                <a:schemeClr val="dk1"/>
              </a:buClr>
              <a:buSzPts val="1100"/>
            </a:pPr>
            <a:r>
              <a:rPr lang="ro-RO" dirty="0" err="1"/>
              <a:t>Dark</a:t>
            </a:r>
            <a:r>
              <a:rPr lang="ro-RO" dirty="0"/>
              <a:t> </a:t>
            </a:r>
            <a:r>
              <a:rPr lang="ro-RO" dirty="0" err="1"/>
              <a:t>Souls</a:t>
            </a:r>
            <a:endParaRPr lang="en-US" dirty="0"/>
          </a:p>
        </p:txBody>
      </p:sp>
      <p:grpSp>
        <p:nvGrpSpPr>
          <p:cNvPr id="44" name="Google Shape;2130;p37">
            <a:extLst>
              <a:ext uri="{FF2B5EF4-FFF2-40B4-BE49-F238E27FC236}">
                <a16:creationId xmlns:a16="http://schemas.microsoft.com/office/drawing/2014/main" id="{60C61077-5F9C-C763-DC5A-BDB06CBAC4A3}"/>
              </a:ext>
            </a:extLst>
          </p:cNvPr>
          <p:cNvGrpSpPr/>
          <p:nvPr/>
        </p:nvGrpSpPr>
        <p:grpSpPr>
          <a:xfrm>
            <a:off x="4594316" y="1998676"/>
            <a:ext cx="635100" cy="734704"/>
            <a:chOff x="731647" y="3806675"/>
            <a:chExt cx="635100" cy="734704"/>
          </a:xfrm>
        </p:grpSpPr>
        <p:grpSp>
          <p:nvGrpSpPr>
            <p:cNvPr id="45" name="Google Shape;2131;p37">
              <a:extLst>
                <a:ext uri="{FF2B5EF4-FFF2-40B4-BE49-F238E27FC236}">
                  <a16:creationId xmlns:a16="http://schemas.microsoft.com/office/drawing/2014/main" id="{A1143699-44B5-953F-39E7-53378E97D0D3}"/>
                </a:ext>
              </a:extLst>
            </p:cNvPr>
            <p:cNvGrpSpPr/>
            <p:nvPr/>
          </p:nvGrpSpPr>
          <p:grpSpPr>
            <a:xfrm>
              <a:off x="731647" y="3806675"/>
              <a:ext cx="635100" cy="635100"/>
              <a:chOff x="917231" y="3983097"/>
              <a:chExt cx="635100" cy="635100"/>
            </a:xfrm>
          </p:grpSpPr>
          <p:sp>
            <p:nvSpPr>
              <p:cNvPr id="50" name="Google Shape;2132;p37">
                <a:extLst>
                  <a:ext uri="{FF2B5EF4-FFF2-40B4-BE49-F238E27FC236}">
                    <a16:creationId xmlns:a16="http://schemas.microsoft.com/office/drawing/2014/main" id="{1F57391A-57A0-CC1B-66A8-C43E0885C425}"/>
                  </a:ext>
                </a:extLst>
              </p:cNvPr>
              <p:cNvSpPr/>
              <p:nvPr/>
            </p:nvSpPr>
            <p:spPr>
              <a:xfrm>
                <a:off x="917231" y="3983097"/>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2133;p37">
                <a:extLst>
                  <a:ext uri="{FF2B5EF4-FFF2-40B4-BE49-F238E27FC236}">
                    <a16:creationId xmlns:a16="http://schemas.microsoft.com/office/drawing/2014/main" id="{ED6271B9-D486-33CA-5210-569BFD8F3586}"/>
                  </a:ext>
                </a:extLst>
              </p:cNvPr>
              <p:cNvSpPr/>
              <p:nvPr/>
            </p:nvSpPr>
            <p:spPr>
              <a:xfrm>
                <a:off x="1001931" y="4067797"/>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 name="Google Shape;2134;p37">
              <a:extLst>
                <a:ext uri="{FF2B5EF4-FFF2-40B4-BE49-F238E27FC236}">
                  <a16:creationId xmlns:a16="http://schemas.microsoft.com/office/drawing/2014/main" id="{B8081530-60AF-B0CB-5898-347F9C91D70A}"/>
                </a:ext>
              </a:extLst>
            </p:cNvPr>
            <p:cNvGrpSpPr/>
            <p:nvPr/>
          </p:nvGrpSpPr>
          <p:grpSpPr>
            <a:xfrm>
              <a:off x="961679" y="4514379"/>
              <a:ext cx="175013" cy="27000"/>
              <a:chOff x="5662375" y="212375"/>
              <a:chExt cx="175013" cy="27000"/>
            </a:xfrm>
          </p:grpSpPr>
          <p:sp>
            <p:nvSpPr>
              <p:cNvPr id="47" name="Google Shape;2135;p37">
                <a:extLst>
                  <a:ext uri="{FF2B5EF4-FFF2-40B4-BE49-F238E27FC236}">
                    <a16:creationId xmlns:a16="http://schemas.microsoft.com/office/drawing/2014/main" id="{8C82EE1C-892D-30EF-AF39-C858CE25018B}"/>
                  </a:ext>
                </a:extLst>
              </p:cNvPr>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8" name="Google Shape;2136;p37">
                <a:extLst>
                  <a:ext uri="{FF2B5EF4-FFF2-40B4-BE49-F238E27FC236}">
                    <a16:creationId xmlns:a16="http://schemas.microsoft.com/office/drawing/2014/main" id="{B6AE2654-218A-71CF-A54D-D31B717CA0D5}"/>
                  </a:ext>
                </a:extLst>
              </p:cNvPr>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9" name="Google Shape;2137;p37">
                <a:extLst>
                  <a:ext uri="{FF2B5EF4-FFF2-40B4-BE49-F238E27FC236}">
                    <a16:creationId xmlns:a16="http://schemas.microsoft.com/office/drawing/2014/main" id="{390A399D-F466-635B-96FC-2682AF4B1C09}"/>
                  </a:ext>
                </a:extLst>
              </p:cNvPr>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52" name="Google Shape;2150;p37">
            <a:extLst>
              <a:ext uri="{FF2B5EF4-FFF2-40B4-BE49-F238E27FC236}">
                <a16:creationId xmlns:a16="http://schemas.microsoft.com/office/drawing/2014/main" id="{B3ED8CCE-5B4D-B4EB-6E12-7595DF5E2C10}"/>
              </a:ext>
            </a:extLst>
          </p:cNvPr>
          <p:cNvSpPr txBox="1">
            <a:spLocks/>
          </p:cNvSpPr>
          <p:nvPr/>
        </p:nvSpPr>
        <p:spPr>
          <a:xfrm>
            <a:off x="4676485" y="2151353"/>
            <a:ext cx="457200" cy="3474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1pPr>
            <a:lvl2pPr marR="0" lvl="1"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2pPr>
            <a:lvl3pPr marR="0" lvl="2"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3pPr>
            <a:lvl4pPr marR="0" lvl="3"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4pPr>
            <a:lvl5pPr marR="0" lvl="4"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5pPr>
            <a:lvl6pPr marR="0" lvl="5"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6pPr>
            <a:lvl7pPr marR="0" lvl="6"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7pPr>
            <a:lvl8pPr marR="0" lvl="7"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8pPr>
            <a:lvl9pPr marR="0" lvl="8" algn="ctr" rtl="0">
              <a:lnSpc>
                <a:spcPct val="100000"/>
              </a:lnSpc>
              <a:spcBef>
                <a:spcPts val="0"/>
              </a:spcBef>
              <a:spcAft>
                <a:spcPts val="0"/>
              </a:spcAft>
              <a:buClr>
                <a:schemeClr val="lt1"/>
              </a:buClr>
              <a:buSzPts val="2000"/>
              <a:buFont typeface="Fjalla One"/>
              <a:buNone/>
              <a:defRPr sz="2000" b="0" i="0" u="none" strike="noStrike" cap="none">
                <a:solidFill>
                  <a:schemeClr val="lt1"/>
                </a:solidFill>
                <a:latin typeface="Fjalla One"/>
                <a:ea typeface="Fjalla One"/>
                <a:cs typeface="Fjalla One"/>
                <a:sym typeface="Fjalla One"/>
              </a:defRPr>
            </a:lvl9pPr>
          </a:lstStyle>
          <a:p>
            <a:r>
              <a:rPr lang="en" dirty="0"/>
              <a:t>0</a:t>
            </a:r>
            <a:r>
              <a:rPr lang="ro-RO" dirty="0"/>
              <a:t>6</a:t>
            </a:r>
            <a:endParaRPr lang="en" dirty="0"/>
          </a:p>
        </p:txBody>
      </p:sp>
      <p:sp>
        <p:nvSpPr>
          <p:cNvPr id="53" name="Google Shape;2145;p37">
            <a:extLst>
              <a:ext uri="{FF2B5EF4-FFF2-40B4-BE49-F238E27FC236}">
                <a16:creationId xmlns:a16="http://schemas.microsoft.com/office/drawing/2014/main" id="{D2075412-12F3-D9D2-6FD8-E1EA8E7171E6}"/>
              </a:ext>
            </a:extLst>
          </p:cNvPr>
          <p:cNvSpPr txBox="1">
            <a:spLocks/>
          </p:cNvSpPr>
          <p:nvPr/>
        </p:nvSpPr>
        <p:spPr>
          <a:xfrm>
            <a:off x="5553709" y="2070095"/>
            <a:ext cx="2615100" cy="384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a:lnSpc>
                <a:spcPct val="115000"/>
              </a:lnSpc>
            </a:pPr>
            <a:r>
              <a:rPr lang="ro-RO" dirty="0" err="1"/>
              <a:t>Mesh</a:t>
            </a:r>
            <a:r>
              <a:rPr lang="ro-RO" dirty="0"/>
              <a:t> </a:t>
            </a:r>
            <a:r>
              <a:rPr lang="ro-RO" dirty="0" err="1"/>
              <a:t>Multipayer</a:t>
            </a:r>
            <a:r>
              <a:rPr lang="ro-RO" dirty="0"/>
              <a:t> </a:t>
            </a:r>
            <a:r>
              <a:rPr lang="ro-RO" dirty="0" err="1"/>
              <a:t>Gaming</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ro-RO" sz="4700" dirty="0"/>
              <a:t>Introducere</a:t>
            </a:r>
            <a:endParaRPr sz="4700" dirty="0"/>
          </a:p>
        </p:txBody>
      </p:sp>
      <p:sp>
        <p:nvSpPr>
          <p:cNvPr id="2156" name="Google Shape;2156;p38"/>
          <p:cNvSpPr txBox="1">
            <a:spLocks noGrp="1"/>
          </p:cNvSpPr>
          <p:nvPr>
            <p:ph type="title" idx="2"/>
          </p:nvPr>
        </p:nvSpPr>
        <p:spPr>
          <a:xfrm>
            <a:off x="2971800" y="1161288"/>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DFF11BFD-2705-7C56-8050-A0F28BBAA3AB}"/>
            </a:ext>
          </a:extLst>
        </p:cNvPr>
        <p:cNvGrpSpPr/>
        <p:nvPr/>
      </p:nvGrpSpPr>
      <p:grpSpPr>
        <a:xfrm>
          <a:off x="0" y="0"/>
          <a:ext cx="0" cy="0"/>
          <a:chOff x="0" y="0"/>
          <a:chExt cx="0" cy="0"/>
        </a:xfrm>
      </p:grpSpPr>
      <p:sp>
        <p:nvSpPr>
          <p:cNvPr id="2195" name="Google Shape;2195;p40">
            <a:extLst>
              <a:ext uri="{FF2B5EF4-FFF2-40B4-BE49-F238E27FC236}">
                <a16:creationId xmlns:a16="http://schemas.microsoft.com/office/drawing/2014/main" id="{A7B51C16-DEB9-5799-7B66-BBC6D2714407}"/>
              </a:ext>
            </a:extLst>
          </p:cNvPr>
          <p:cNvSpPr txBox="1">
            <a:spLocks noGrp="1"/>
          </p:cNvSpPr>
          <p:nvPr>
            <p:ph type="title"/>
          </p:nvPr>
        </p:nvSpPr>
        <p:spPr>
          <a:xfrm>
            <a:off x="905226" y="331184"/>
            <a:ext cx="6924324" cy="594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ro-RO" dirty="0"/>
              <a:t>Ce sunt jocurile multiplayer?</a:t>
            </a:r>
            <a:endParaRPr dirty="0"/>
          </a:p>
        </p:txBody>
      </p:sp>
      <p:sp>
        <p:nvSpPr>
          <p:cNvPr id="2197" name="Google Shape;2197;p40">
            <a:extLst>
              <a:ext uri="{FF2B5EF4-FFF2-40B4-BE49-F238E27FC236}">
                <a16:creationId xmlns:a16="http://schemas.microsoft.com/office/drawing/2014/main" id="{2F6C6F57-D790-20F3-D342-DDA3676EEC68}"/>
              </a:ext>
            </a:extLst>
          </p:cNvPr>
          <p:cNvSpPr txBox="1">
            <a:spLocks noGrp="1"/>
          </p:cNvSpPr>
          <p:nvPr>
            <p:ph type="subTitle" idx="2"/>
          </p:nvPr>
        </p:nvSpPr>
        <p:spPr>
          <a:xfrm>
            <a:off x="905226" y="1203982"/>
            <a:ext cx="7490629" cy="3814905"/>
          </a:xfrm>
          <a:prstGeom prst="rect">
            <a:avLst/>
          </a:prstGeom>
        </p:spPr>
        <p:txBody>
          <a:bodyPr spcFirstLastPara="1" wrap="square" lIns="91425" tIns="91425" rIns="91425" bIns="91425" anchor="t" anchorCtr="0">
            <a:noAutofit/>
          </a:bodyPr>
          <a:lstStyle/>
          <a:p>
            <a:pPr lvl="0" algn="l" rtl="0">
              <a:spcBef>
                <a:spcPts val="0"/>
              </a:spcBef>
              <a:spcAft>
                <a:spcPts val="0"/>
              </a:spcAft>
            </a:pPr>
            <a:r>
              <a:rPr lang="en-GB" sz="2000" b="0" i="0" dirty="0" err="1">
                <a:effectLst/>
                <a:latin typeface="gg sans"/>
              </a:rPr>
              <a:t>Jocurile</a:t>
            </a:r>
            <a:r>
              <a:rPr lang="en-GB" sz="2000" b="0" i="0" dirty="0">
                <a:effectLst/>
                <a:latin typeface="gg sans"/>
              </a:rPr>
              <a:t> multiplayer sunt </a:t>
            </a:r>
            <a:r>
              <a:rPr lang="en-GB" sz="2000" b="0" i="0" dirty="0" err="1">
                <a:effectLst/>
                <a:latin typeface="gg sans"/>
              </a:rPr>
              <a:t>jocuri</a:t>
            </a:r>
            <a:r>
              <a:rPr lang="en-GB" sz="2000" b="0" i="0" dirty="0">
                <a:effectLst/>
                <a:latin typeface="gg sans"/>
              </a:rPr>
              <a:t> video </a:t>
            </a:r>
            <a:r>
              <a:rPr lang="en-GB" sz="2000" b="0" i="0" dirty="0" err="1">
                <a:effectLst/>
                <a:latin typeface="gg sans"/>
              </a:rPr>
              <a:t>în</a:t>
            </a:r>
            <a:r>
              <a:rPr lang="en-GB" sz="2000" b="0" i="0" dirty="0">
                <a:effectLst/>
                <a:latin typeface="gg sans"/>
              </a:rPr>
              <a:t> care </a:t>
            </a:r>
            <a:r>
              <a:rPr lang="en-GB" sz="2000" b="0" i="0" dirty="0" err="1">
                <a:effectLst/>
                <a:latin typeface="gg sans"/>
              </a:rPr>
              <a:t>mai</a:t>
            </a:r>
            <a:r>
              <a:rPr lang="en-GB" sz="2000" b="0" i="0" dirty="0">
                <a:effectLst/>
                <a:latin typeface="gg sans"/>
              </a:rPr>
              <a:t> </a:t>
            </a:r>
            <a:r>
              <a:rPr lang="en-GB" sz="2000" b="0" i="0" dirty="0" err="1">
                <a:effectLst/>
                <a:latin typeface="gg sans"/>
              </a:rPr>
              <a:t>mulți</a:t>
            </a:r>
            <a:r>
              <a:rPr lang="en-GB" sz="2000" b="0" i="0" dirty="0">
                <a:effectLst/>
                <a:latin typeface="gg sans"/>
              </a:rPr>
              <a:t> </a:t>
            </a:r>
            <a:r>
              <a:rPr lang="en-GB" sz="2000" b="0" i="0" dirty="0" err="1">
                <a:effectLst/>
                <a:latin typeface="gg sans"/>
              </a:rPr>
              <a:t>jucători</a:t>
            </a:r>
            <a:r>
              <a:rPr lang="en-GB" sz="2000" b="0" i="0" dirty="0">
                <a:effectLst/>
                <a:latin typeface="gg sans"/>
              </a:rPr>
              <a:t> </a:t>
            </a:r>
            <a:r>
              <a:rPr lang="en-GB" sz="2000" b="0" i="0" dirty="0" err="1">
                <a:effectLst/>
                <a:latin typeface="gg sans"/>
              </a:rPr>
              <a:t>interacționează</a:t>
            </a:r>
            <a:r>
              <a:rPr lang="en-GB" sz="2000" b="0" i="0" dirty="0">
                <a:effectLst/>
                <a:latin typeface="gg sans"/>
              </a:rPr>
              <a:t> </a:t>
            </a:r>
            <a:r>
              <a:rPr lang="en-GB" sz="2000" b="0" i="0" dirty="0" err="1">
                <a:effectLst/>
                <a:latin typeface="gg sans"/>
              </a:rPr>
              <a:t>în</a:t>
            </a:r>
            <a:r>
              <a:rPr lang="en-GB" sz="2000" b="0" i="0" dirty="0">
                <a:effectLst/>
                <a:latin typeface="gg sans"/>
              </a:rPr>
              <a:t> </a:t>
            </a:r>
            <a:r>
              <a:rPr lang="en-GB" sz="2000" b="0" i="0" dirty="0" err="1">
                <a:effectLst/>
                <a:latin typeface="gg sans"/>
              </a:rPr>
              <a:t>aceeași</a:t>
            </a:r>
            <a:r>
              <a:rPr lang="en-GB" sz="2000" b="0" i="0" dirty="0">
                <a:effectLst/>
                <a:latin typeface="gg sans"/>
              </a:rPr>
              <a:t> </a:t>
            </a:r>
            <a:r>
              <a:rPr lang="en-GB" sz="2000" b="0" i="0" dirty="0" err="1">
                <a:effectLst/>
                <a:latin typeface="gg sans"/>
              </a:rPr>
              <a:t>sesiune</a:t>
            </a:r>
            <a:r>
              <a:rPr lang="en-GB" sz="2000" b="0" i="0" dirty="0">
                <a:effectLst/>
                <a:latin typeface="gg sans"/>
              </a:rPr>
              <a:t> de </a:t>
            </a:r>
            <a:r>
              <a:rPr lang="en-GB" sz="2000" b="0" i="0" dirty="0" err="1">
                <a:effectLst/>
                <a:latin typeface="gg sans"/>
              </a:rPr>
              <a:t>joc</a:t>
            </a:r>
            <a:r>
              <a:rPr lang="en-GB" sz="2000" b="0" i="0" dirty="0">
                <a:effectLst/>
                <a:latin typeface="gg sans"/>
              </a:rPr>
              <a:t>, fie online, fie local.</a:t>
            </a:r>
            <a:endParaRPr lang="ro-RO" sz="2000" b="0" i="0" dirty="0">
              <a:effectLst/>
              <a:latin typeface="gg sans"/>
            </a:endParaRPr>
          </a:p>
          <a:p>
            <a:pPr lvl="0" algn="l" rtl="0">
              <a:spcBef>
                <a:spcPts val="0"/>
              </a:spcBef>
              <a:spcAft>
                <a:spcPts val="0"/>
              </a:spcAft>
            </a:pPr>
            <a:endParaRPr lang="ro-RO" sz="2000" b="0" i="0" dirty="0">
              <a:effectLst/>
              <a:latin typeface="gg sans"/>
            </a:endParaRPr>
          </a:p>
          <a:p>
            <a:pPr lvl="0" algn="l" rtl="0">
              <a:spcBef>
                <a:spcPts val="0"/>
              </a:spcBef>
              <a:spcAft>
                <a:spcPts val="0"/>
              </a:spcAft>
            </a:pPr>
            <a:r>
              <a:rPr lang="en-GB" sz="2000" b="0" i="0" dirty="0" err="1">
                <a:effectLst/>
                <a:latin typeface="gg sans"/>
              </a:rPr>
              <a:t>Tipuri</a:t>
            </a:r>
            <a:r>
              <a:rPr lang="en-GB" sz="2000" b="0" i="0" dirty="0">
                <a:effectLst/>
                <a:latin typeface="gg sans"/>
              </a:rPr>
              <a:t> de multiplayer</a:t>
            </a:r>
            <a:r>
              <a:rPr lang="ro-RO" sz="2000" b="0" i="0" dirty="0">
                <a:effectLst/>
                <a:latin typeface="gg sans"/>
              </a:rPr>
              <a:t>: </a:t>
            </a:r>
          </a:p>
          <a:p>
            <a:pPr marL="342900" lvl="4" indent="-342900" algn="l">
              <a:buFont typeface="Courier New" panose="02070309020205020404" pitchFamily="49" charset="0"/>
              <a:buChar char="o"/>
            </a:pPr>
            <a:r>
              <a:rPr lang="en-GB" sz="2000" b="0" i="0" dirty="0">
                <a:effectLst/>
                <a:latin typeface="gg sans"/>
              </a:rPr>
              <a:t>Local (Split-screen / LAN): </a:t>
            </a:r>
            <a:r>
              <a:rPr lang="en-GB" sz="2000" b="0" i="0" dirty="0" err="1">
                <a:effectLst/>
                <a:latin typeface="gg sans"/>
              </a:rPr>
              <a:t>Jucători</a:t>
            </a:r>
            <a:r>
              <a:rPr lang="en-GB" sz="2000" b="0" i="0" dirty="0">
                <a:effectLst/>
                <a:latin typeface="gg sans"/>
              </a:rPr>
              <a:t> pe </a:t>
            </a:r>
            <a:r>
              <a:rPr lang="en-GB" sz="2000" b="0" i="0" dirty="0" err="1">
                <a:effectLst/>
                <a:latin typeface="gg sans"/>
              </a:rPr>
              <a:t>același</a:t>
            </a:r>
            <a:r>
              <a:rPr lang="en-GB" sz="2000" b="0" i="0" dirty="0">
                <a:effectLst/>
                <a:latin typeface="gg sans"/>
              </a:rPr>
              <a:t> </a:t>
            </a:r>
            <a:r>
              <a:rPr lang="en-GB" sz="2000" b="0" i="0" dirty="0" err="1">
                <a:effectLst/>
                <a:latin typeface="gg sans"/>
              </a:rPr>
              <a:t>dispozitiv</a:t>
            </a:r>
            <a:r>
              <a:rPr lang="en-GB" sz="2000" b="0" i="0" dirty="0">
                <a:effectLst/>
                <a:latin typeface="gg sans"/>
              </a:rPr>
              <a:t> </a:t>
            </a:r>
            <a:r>
              <a:rPr lang="en-GB" sz="2000" b="0" i="0" dirty="0" err="1">
                <a:effectLst/>
                <a:latin typeface="gg sans"/>
              </a:rPr>
              <a:t>sau</a:t>
            </a:r>
            <a:r>
              <a:rPr lang="en-GB" sz="2000" b="0" i="0" dirty="0">
                <a:effectLst/>
                <a:latin typeface="gg sans"/>
              </a:rPr>
              <a:t> </a:t>
            </a:r>
            <a:r>
              <a:rPr lang="en-GB" sz="2000" b="0" i="0" dirty="0" err="1">
                <a:effectLst/>
                <a:latin typeface="gg sans"/>
              </a:rPr>
              <a:t>rețea</a:t>
            </a:r>
            <a:r>
              <a:rPr lang="en-GB" sz="2000" b="0" i="0" dirty="0">
                <a:effectLst/>
                <a:latin typeface="gg sans"/>
              </a:rPr>
              <a:t> </a:t>
            </a:r>
            <a:r>
              <a:rPr lang="en-GB" sz="2000" b="0" i="0" dirty="0" err="1">
                <a:effectLst/>
                <a:latin typeface="gg sans"/>
              </a:rPr>
              <a:t>locală</a:t>
            </a:r>
            <a:r>
              <a:rPr lang="en-GB" sz="2000" b="0" i="0" dirty="0">
                <a:effectLst/>
                <a:latin typeface="gg sans"/>
              </a:rPr>
              <a:t>.</a:t>
            </a:r>
            <a:endParaRPr lang="ro-RO" sz="2000" dirty="0">
              <a:latin typeface="gg sans"/>
            </a:endParaRPr>
          </a:p>
          <a:p>
            <a:pPr marL="342900" lvl="4" indent="-342900" algn="l">
              <a:buFont typeface="Courier New" panose="02070309020205020404" pitchFamily="49" charset="0"/>
              <a:buChar char="o"/>
            </a:pPr>
            <a:r>
              <a:rPr lang="en-GB" sz="2000" b="0" i="0" dirty="0">
                <a:effectLst/>
                <a:latin typeface="gg sans"/>
              </a:rPr>
              <a:t>Online: </a:t>
            </a:r>
            <a:r>
              <a:rPr lang="en-GB" sz="2000" b="0" i="0" dirty="0" err="1">
                <a:effectLst/>
                <a:latin typeface="gg sans"/>
              </a:rPr>
              <a:t>Jucători</a:t>
            </a:r>
            <a:r>
              <a:rPr lang="en-GB" sz="2000" b="0" i="0" dirty="0">
                <a:effectLst/>
                <a:latin typeface="gg sans"/>
              </a:rPr>
              <a:t> </a:t>
            </a:r>
            <a:r>
              <a:rPr lang="en-GB" sz="2000" b="0" i="0" dirty="0" err="1">
                <a:effectLst/>
                <a:latin typeface="gg sans"/>
              </a:rPr>
              <a:t>conectați</a:t>
            </a:r>
            <a:r>
              <a:rPr lang="en-GB" sz="2000" b="0" i="0" dirty="0">
                <a:effectLst/>
                <a:latin typeface="gg sans"/>
              </a:rPr>
              <a:t> </a:t>
            </a:r>
            <a:r>
              <a:rPr lang="en-GB" sz="2000" b="0" i="0" dirty="0" err="1">
                <a:effectLst/>
                <a:latin typeface="gg sans"/>
              </a:rPr>
              <a:t>prin</a:t>
            </a:r>
            <a:r>
              <a:rPr lang="en-GB" sz="2000" b="0" i="0" dirty="0">
                <a:effectLst/>
                <a:latin typeface="gg sans"/>
              </a:rPr>
              <a:t> internet, </a:t>
            </a:r>
            <a:r>
              <a:rPr lang="en-GB" sz="2000" b="0" i="0" dirty="0" err="1">
                <a:effectLst/>
                <a:latin typeface="gg sans"/>
              </a:rPr>
              <a:t>indiferent</a:t>
            </a:r>
            <a:r>
              <a:rPr lang="en-GB" sz="2000" b="0" i="0" dirty="0">
                <a:effectLst/>
                <a:latin typeface="gg sans"/>
              </a:rPr>
              <a:t> de </a:t>
            </a:r>
            <a:r>
              <a:rPr lang="en-GB" sz="2000" b="0" i="0" dirty="0" err="1">
                <a:effectLst/>
                <a:latin typeface="gg sans"/>
              </a:rPr>
              <a:t>locație</a:t>
            </a:r>
            <a:r>
              <a:rPr lang="en-GB" sz="2000" b="0" i="0" dirty="0">
                <a:effectLst/>
                <a:latin typeface="gg sans"/>
              </a:rPr>
              <a:t>. </a:t>
            </a:r>
            <a:endParaRPr lang="ro-RO" sz="2000" b="0" i="0" dirty="0">
              <a:effectLst/>
              <a:latin typeface="gg sans"/>
            </a:endParaRPr>
          </a:p>
          <a:p>
            <a:pPr marL="342900" lvl="7" indent="-342900" algn="l">
              <a:buFont typeface="Courier New" panose="02070309020205020404" pitchFamily="49" charset="0"/>
              <a:buChar char="o"/>
            </a:pPr>
            <a:r>
              <a:rPr lang="en-GB" sz="2000" b="0" i="0" dirty="0" err="1">
                <a:effectLst/>
                <a:latin typeface="gg sans"/>
              </a:rPr>
              <a:t>Interacțiune</a:t>
            </a:r>
            <a:r>
              <a:rPr lang="en-GB" sz="2000" b="0" i="0" dirty="0">
                <a:effectLst/>
                <a:latin typeface="gg sans"/>
              </a:rPr>
              <a:t> </a:t>
            </a:r>
            <a:r>
              <a:rPr lang="en-GB" sz="2000" b="0" i="0" dirty="0" err="1">
                <a:effectLst/>
                <a:latin typeface="gg sans"/>
              </a:rPr>
              <a:t>între</a:t>
            </a:r>
            <a:r>
              <a:rPr lang="en-GB" sz="2000" b="0" i="0" dirty="0">
                <a:effectLst/>
                <a:latin typeface="gg sans"/>
              </a:rPr>
              <a:t> </a:t>
            </a:r>
            <a:r>
              <a:rPr lang="en-GB" sz="2000" b="0" i="0" dirty="0" err="1">
                <a:effectLst/>
                <a:latin typeface="gg sans"/>
              </a:rPr>
              <a:t>jucători</a:t>
            </a:r>
            <a:r>
              <a:rPr lang="en-GB" sz="2000" b="0" i="0" dirty="0">
                <a:effectLst/>
                <a:latin typeface="gg sans"/>
              </a:rPr>
              <a:t> </a:t>
            </a:r>
            <a:r>
              <a:rPr lang="en-GB" sz="2000" b="0" i="0" dirty="0" err="1">
                <a:effectLst/>
                <a:latin typeface="gg sans"/>
              </a:rPr>
              <a:t>Cooperativă</a:t>
            </a:r>
            <a:r>
              <a:rPr lang="en-GB" sz="2000" b="0" i="0" dirty="0">
                <a:effectLst/>
                <a:latin typeface="gg sans"/>
              </a:rPr>
              <a:t> (Co-op): </a:t>
            </a:r>
            <a:r>
              <a:rPr lang="en-GB" sz="2000" b="0" i="0" dirty="0" err="1">
                <a:effectLst/>
                <a:latin typeface="gg sans"/>
              </a:rPr>
              <a:t>jucătorii</a:t>
            </a:r>
            <a:r>
              <a:rPr lang="en-GB" sz="2000" b="0" i="0" dirty="0">
                <a:effectLst/>
                <a:latin typeface="gg sans"/>
              </a:rPr>
              <a:t> </a:t>
            </a:r>
            <a:r>
              <a:rPr lang="en-GB" sz="2000" b="0" i="0" dirty="0" err="1">
                <a:effectLst/>
                <a:latin typeface="gg sans"/>
              </a:rPr>
              <a:t>colaborează</a:t>
            </a:r>
            <a:r>
              <a:rPr lang="en-GB" sz="2000" b="0" i="0" dirty="0">
                <a:effectLst/>
                <a:latin typeface="gg sans"/>
              </a:rPr>
              <a:t> </a:t>
            </a:r>
            <a:r>
              <a:rPr lang="en-GB" sz="2000" b="0" i="0" dirty="0" err="1">
                <a:effectLst/>
                <a:latin typeface="gg sans"/>
              </a:rPr>
              <a:t>pentru</a:t>
            </a:r>
            <a:r>
              <a:rPr lang="en-GB" sz="2000" b="0" i="0" dirty="0">
                <a:effectLst/>
                <a:latin typeface="gg sans"/>
              </a:rPr>
              <a:t> un </a:t>
            </a:r>
            <a:r>
              <a:rPr lang="en-GB" sz="2000" b="0" i="0" dirty="0" err="1">
                <a:effectLst/>
                <a:latin typeface="gg sans"/>
              </a:rPr>
              <a:t>obiectiv</a:t>
            </a:r>
            <a:r>
              <a:rPr lang="en-GB" sz="2000" b="0" i="0" dirty="0">
                <a:effectLst/>
                <a:latin typeface="gg sans"/>
              </a:rPr>
              <a:t> </a:t>
            </a:r>
            <a:r>
              <a:rPr lang="en-GB" sz="2000" b="0" i="0" dirty="0" err="1">
                <a:effectLst/>
                <a:latin typeface="gg sans"/>
              </a:rPr>
              <a:t>comun</a:t>
            </a:r>
            <a:r>
              <a:rPr lang="en-GB" sz="2000" b="0" i="0" dirty="0">
                <a:effectLst/>
                <a:latin typeface="gg sans"/>
              </a:rPr>
              <a:t>. </a:t>
            </a:r>
            <a:r>
              <a:rPr lang="en-GB" sz="2000" b="0" i="0" dirty="0" err="1">
                <a:effectLst/>
                <a:latin typeface="gg sans"/>
              </a:rPr>
              <a:t>Competitivă</a:t>
            </a:r>
            <a:r>
              <a:rPr lang="en-GB" sz="2000" b="0" i="0" dirty="0">
                <a:effectLst/>
                <a:latin typeface="gg sans"/>
              </a:rPr>
              <a:t>: </a:t>
            </a:r>
            <a:r>
              <a:rPr lang="en-GB" sz="2000" b="0" i="0" dirty="0" err="1">
                <a:effectLst/>
                <a:latin typeface="gg sans"/>
              </a:rPr>
              <a:t>jucătorii</a:t>
            </a:r>
            <a:r>
              <a:rPr lang="en-GB" sz="2000" b="0" i="0" dirty="0">
                <a:effectLst/>
                <a:latin typeface="gg sans"/>
              </a:rPr>
              <a:t> se </a:t>
            </a:r>
            <a:r>
              <a:rPr lang="en-GB" sz="2000" b="0" i="0" dirty="0" err="1">
                <a:effectLst/>
                <a:latin typeface="gg sans"/>
              </a:rPr>
              <a:t>întrec</a:t>
            </a:r>
            <a:r>
              <a:rPr lang="en-GB" sz="2000" b="0" i="0" dirty="0">
                <a:effectLst/>
                <a:latin typeface="gg sans"/>
              </a:rPr>
              <a:t> </a:t>
            </a:r>
            <a:r>
              <a:rPr lang="en-GB" sz="2000" b="0" i="0" dirty="0" err="1">
                <a:effectLst/>
                <a:latin typeface="gg sans"/>
              </a:rPr>
              <a:t>pentru</a:t>
            </a:r>
            <a:r>
              <a:rPr lang="en-GB" sz="2000" b="0" i="0" dirty="0">
                <a:effectLst/>
                <a:latin typeface="gg sans"/>
              </a:rPr>
              <a:t> a </a:t>
            </a:r>
            <a:r>
              <a:rPr lang="en-GB" sz="2000" b="0" i="0" dirty="0" err="1">
                <a:effectLst/>
                <a:latin typeface="gg sans"/>
              </a:rPr>
              <a:t>câștiga</a:t>
            </a:r>
            <a:r>
              <a:rPr lang="en-GB" sz="2000" b="0" i="0" dirty="0">
                <a:effectLst/>
                <a:latin typeface="gg sans"/>
              </a:rPr>
              <a:t>. </a:t>
            </a:r>
            <a:endParaRPr lang="ro-RO" sz="2000" b="0" i="0" dirty="0">
              <a:effectLst/>
              <a:latin typeface="gg sans"/>
            </a:endParaRPr>
          </a:p>
          <a:p>
            <a:pPr lvl="8" algn="l"/>
            <a:endParaRPr lang="ro-RO" sz="2000" dirty="0"/>
          </a:p>
        </p:txBody>
      </p:sp>
    </p:spTree>
    <p:extLst>
      <p:ext uri="{BB962C8B-B14F-4D97-AF65-F5344CB8AC3E}">
        <p14:creationId xmlns:p14="http://schemas.microsoft.com/office/powerpoint/2010/main" val="162566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54">
          <a:extLst>
            <a:ext uri="{FF2B5EF4-FFF2-40B4-BE49-F238E27FC236}">
              <a16:creationId xmlns:a16="http://schemas.microsoft.com/office/drawing/2014/main" id="{3B23D487-806E-FE6E-57EB-6CDE420DA40C}"/>
            </a:ext>
          </a:extLst>
        </p:cNvPr>
        <p:cNvGrpSpPr/>
        <p:nvPr/>
      </p:nvGrpSpPr>
      <p:grpSpPr>
        <a:xfrm>
          <a:off x="0" y="0"/>
          <a:ext cx="0" cy="0"/>
          <a:chOff x="0" y="0"/>
          <a:chExt cx="0" cy="0"/>
        </a:xfrm>
      </p:grpSpPr>
      <p:sp>
        <p:nvSpPr>
          <p:cNvPr id="2155" name="Google Shape;2155;p38">
            <a:extLst>
              <a:ext uri="{FF2B5EF4-FFF2-40B4-BE49-F238E27FC236}">
                <a16:creationId xmlns:a16="http://schemas.microsoft.com/office/drawing/2014/main" id="{0C3FB93E-CDAE-5B0B-B584-DD638DD26B38}"/>
              </a:ext>
            </a:extLst>
          </p:cNvPr>
          <p:cNvSpPr txBox="1">
            <a:spLocks noGrp="1"/>
          </p:cNvSpPr>
          <p:nvPr>
            <p:ph type="title"/>
          </p:nvPr>
        </p:nvSpPr>
        <p:spPr>
          <a:xfrm>
            <a:off x="2585071" y="2368640"/>
            <a:ext cx="3649006" cy="804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ro-RO" sz="3500" dirty="0"/>
              <a:t>Tipuri de arhitecturi pentru jocuri multiplayer</a:t>
            </a:r>
            <a:endParaRPr sz="3500" dirty="0"/>
          </a:p>
        </p:txBody>
      </p:sp>
      <p:sp>
        <p:nvSpPr>
          <p:cNvPr id="2156" name="Google Shape;2156;p38">
            <a:extLst>
              <a:ext uri="{FF2B5EF4-FFF2-40B4-BE49-F238E27FC236}">
                <a16:creationId xmlns:a16="http://schemas.microsoft.com/office/drawing/2014/main" id="{0F62FD50-929E-21C2-EBB4-8F390B126317}"/>
              </a:ext>
            </a:extLst>
          </p:cNvPr>
          <p:cNvSpPr txBox="1">
            <a:spLocks noGrp="1"/>
          </p:cNvSpPr>
          <p:nvPr>
            <p:ph type="title" idx="2"/>
          </p:nvPr>
        </p:nvSpPr>
        <p:spPr>
          <a:xfrm>
            <a:off x="2925774" y="824403"/>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a:t>
            </a:r>
            <a:r>
              <a:rPr lang="ro-RO" dirty="0"/>
              <a:t>2</a:t>
            </a:r>
            <a:endParaRPr dirty="0"/>
          </a:p>
        </p:txBody>
      </p:sp>
    </p:spTree>
    <p:extLst>
      <p:ext uri="{BB962C8B-B14F-4D97-AF65-F5344CB8AC3E}">
        <p14:creationId xmlns:p14="http://schemas.microsoft.com/office/powerpoint/2010/main" val="1459906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61"/>
        <p:cNvGrpSpPr/>
        <p:nvPr/>
      </p:nvGrpSpPr>
      <p:grpSpPr>
        <a:xfrm>
          <a:off x="0" y="0"/>
          <a:ext cx="0" cy="0"/>
          <a:chOff x="0" y="0"/>
          <a:chExt cx="0" cy="0"/>
        </a:xfrm>
      </p:grpSpPr>
      <p:pic>
        <p:nvPicPr>
          <p:cNvPr id="1026" name="Picture 2">
            <a:extLst>
              <a:ext uri="{FF2B5EF4-FFF2-40B4-BE49-F238E27FC236}">
                <a16:creationId xmlns:a16="http://schemas.microsoft.com/office/drawing/2014/main" id="{ADB2A27D-BFE4-F645-9BFA-6E27F27472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38250" y="809625"/>
            <a:ext cx="6667500" cy="35242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2457450" y="2240470"/>
            <a:ext cx="4229100" cy="1340739"/>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ro-RO" sz="4700" dirty="0"/>
              <a:t>Arhitectura peer-to-peer</a:t>
            </a:r>
            <a:endParaRPr sz="4700" dirty="0"/>
          </a:p>
        </p:txBody>
      </p:sp>
      <p:sp>
        <p:nvSpPr>
          <p:cNvPr id="2156" name="Google Shape;2156;p38"/>
          <p:cNvSpPr txBox="1">
            <a:spLocks noGrp="1"/>
          </p:cNvSpPr>
          <p:nvPr>
            <p:ph type="title" idx="2"/>
          </p:nvPr>
        </p:nvSpPr>
        <p:spPr>
          <a:xfrm>
            <a:off x="2971800" y="1161288"/>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ro-RO" dirty="0"/>
              <a:t>03</a:t>
            </a:r>
            <a:endParaRPr dirty="0"/>
          </a:p>
        </p:txBody>
      </p:sp>
    </p:spTree>
    <p:extLst>
      <p:ext uri="{BB962C8B-B14F-4D97-AF65-F5344CB8AC3E}">
        <p14:creationId xmlns:p14="http://schemas.microsoft.com/office/powerpoint/2010/main" val="30936975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82"/>
        <p:cNvGrpSpPr/>
        <p:nvPr/>
      </p:nvGrpSpPr>
      <p:grpSpPr>
        <a:xfrm>
          <a:off x="0" y="0"/>
          <a:ext cx="0" cy="0"/>
          <a:chOff x="0" y="0"/>
          <a:chExt cx="0" cy="0"/>
        </a:xfrm>
      </p:grpSpPr>
      <p:sp>
        <p:nvSpPr>
          <p:cNvPr id="2195" name="Google Shape;2195;p40"/>
          <p:cNvSpPr txBox="1">
            <a:spLocks noGrp="1"/>
          </p:cNvSpPr>
          <p:nvPr>
            <p:ph type="title"/>
          </p:nvPr>
        </p:nvSpPr>
        <p:spPr>
          <a:xfrm>
            <a:off x="905226" y="331184"/>
            <a:ext cx="6924324" cy="594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ro-RO" dirty="0"/>
              <a:t>Ce este modelul peer-to-peer?</a:t>
            </a:r>
            <a:endParaRPr dirty="0"/>
          </a:p>
        </p:txBody>
      </p:sp>
      <p:sp>
        <p:nvSpPr>
          <p:cNvPr id="2197" name="Google Shape;2197;p40"/>
          <p:cNvSpPr txBox="1">
            <a:spLocks noGrp="1"/>
          </p:cNvSpPr>
          <p:nvPr>
            <p:ph type="subTitle" idx="2"/>
          </p:nvPr>
        </p:nvSpPr>
        <p:spPr>
          <a:xfrm>
            <a:off x="905226" y="925484"/>
            <a:ext cx="6641707" cy="3355826"/>
          </a:xfrm>
          <a:prstGeom prst="rect">
            <a:avLst/>
          </a:prstGeom>
        </p:spPr>
        <p:txBody>
          <a:bodyPr spcFirstLastPara="1" wrap="square" lIns="91425" tIns="91425" rIns="91425" bIns="91425" anchor="t" anchorCtr="0">
            <a:noAutofit/>
          </a:bodyPr>
          <a:lstStyle/>
          <a:p>
            <a:pPr marL="342900" indent="-342900" algn="l">
              <a:buFont typeface="Courier New" panose="02070309020205020404" pitchFamily="49" charset="0"/>
              <a:buChar char="o"/>
            </a:pPr>
            <a:r>
              <a:rPr lang="ro-RO" sz="2000" dirty="0" err="1">
                <a:latin typeface="gg sans"/>
              </a:rPr>
              <a:t>Gaming-ul</a:t>
            </a:r>
            <a:r>
              <a:rPr lang="ro-RO" sz="2000" dirty="0">
                <a:latin typeface="gg sans"/>
              </a:rPr>
              <a:t> </a:t>
            </a:r>
            <a:r>
              <a:rPr lang="ro-RO" sz="2000" b="1" dirty="0" err="1">
                <a:latin typeface="gg sans"/>
              </a:rPr>
              <a:t>peer-to-peer</a:t>
            </a:r>
            <a:r>
              <a:rPr lang="ro-RO" sz="2000" dirty="0">
                <a:latin typeface="gg sans"/>
              </a:rPr>
              <a:t> (cunoscut și ca </a:t>
            </a:r>
            <a:r>
              <a:rPr lang="ro-RO" sz="2000" b="1" dirty="0" err="1">
                <a:latin typeface="gg sans"/>
              </a:rPr>
              <a:t>peer</a:t>
            </a:r>
            <a:r>
              <a:rPr lang="ro-RO" sz="2000" b="1" dirty="0">
                <a:latin typeface="gg sans"/>
              </a:rPr>
              <a:t> 2 </a:t>
            </a:r>
            <a:r>
              <a:rPr lang="ro-RO" sz="2000" b="1" dirty="0" err="1">
                <a:latin typeface="gg sans"/>
              </a:rPr>
              <a:t>peer</a:t>
            </a:r>
            <a:r>
              <a:rPr lang="ro-RO" sz="2000" dirty="0">
                <a:latin typeface="gg sans"/>
              </a:rPr>
              <a:t> sau </a:t>
            </a:r>
            <a:r>
              <a:rPr lang="ro-RO" sz="2000" b="1" dirty="0">
                <a:latin typeface="gg sans"/>
              </a:rPr>
              <a:t>P2P</a:t>
            </a:r>
            <a:r>
              <a:rPr lang="ro-RO" sz="2000" dirty="0">
                <a:latin typeface="gg sans"/>
              </a:rPr>
              <a:t>) se referă la jocurile </a:t>
            </a:r>
            <a:r>
              <a:rPr lang="ro-RO" sz="2000" dirty="0" err="1">
                <a:latin typeface="gg sans"/>
              </a:rPr>
              <a:t>multiplayer</a:t>
            </a:r>
            <a:r>
              <a:rPr lang="ro-RO" sz="2000" dirty="0">
                <a:latin typeface="gg sans"/>
              </a:rPr>
              <a:t> în care unul dintre jucători găzduiește sesiunea de joc pe dispozitivul său, fie că este un </a:t>
            </a:r>
            <a:r>
              <a:rPr lang="ro-RO" sz="2000" b="1" dirty="0">
                <a:latin typeface="gg sans"/>
              </a:rPr>
              <a:t>PC</a:t>
            </a:r>
            <a:r>
              <a:rPr lang="ro-RO" sz="2000" dirty="0">
                <a:latin typeface="gg sans"/>
              </a:rPr>
              <a:t> sau o </a:t>
            </a:r>
            <a:r>
              <a:rPr lang="ro-RO" sz="2000" b="1" dirty="0">
                <a:latin typeface="gg sans"/>
              </a:rPr>
              <a:t>consolă de jocuri</a:t>
            </a:r>
            <a:r>
              <a:rPr lang="ro-RO" sz="2000" dirty="0">
                <a:latin typeface="gg sans"/>
              </a:rPr>
              <a:t>.</a:t>
            </a:r>
          </a:p>
          <a:p>
            <a:pPr marL="342900" indent="-342900" algn="l">
              <a:buFont typeface="Courier New" panose="02070309020205020404" pitchFamily="49" charset="0"/>
              <a:buChar char="o"/>
            </a:pPr>
            <a:endParaRPr lang="ro-RO" sz="2000" dirty="0">
              <a:latin typeface="gg sans"/>
            </a:endParaRPr>
          </a:p>
          <a:p>
            <a:pPr marL="342900" indent="-342900" algn="l">
              <a:buFont typeface="Courier New" panose="02070309020205020404" pitchFamily="49" charset="0"/>
              <a:buChar char="o"/>
            </a:pPr>
            <a:r>
              <a:rPr lang="ro-RO" sz="2000" dirty="0">
                <a:latin typeface="gg sans"/>
              </a:rPr>
              <a:t>O rețea de joc </a:t>
            </a:r>
            <a:r>
              <a:rPr lang="ro-RO" sz="2000" dirty="0" err="1">
                <a:latin typeface="gg sans"/>
              </a:rPr>
              <a:t>peer-to-peer</a:t>
            </a:r>
            <a:r>
              <a:rPr lang="ro-RO" sz="2000" dirty="0">
                <a:latin typeface="gg sans"/>
              </a:rPr>
              <a:t> funcționează cel mai bine atunci când jucătorii sunt apropiați geografic. Astfel, conexiunea ta va fi mai bună cu cât ceilalți jucători sunt mai aproape de tine. În schimb, dacă joci jocuri </a:t>
            </a:r>
            <a:r>
              <a:rPr lang="ro-RO" sz="2000" dirty="0" err="1">
                <a:latin typeface="gg sans"/>
              </a:rPr>
              <a:t>peer-to-peer</a:t>
            </a:r>
            <a:r>
              <a:rPr lang="ro-RO" sz="2000" dirty="0">
                <a:latin typeface="gg sans"/>
              </a:rPr>
              <a:t> la nivel global, există șanse mari ca viteza conexiunii să fie mult mai scăzută decât ai nevoie.</a:t>
            </a:r>
          </a:p>
          <a:p>
            <a:pPr marL="342900" lvl="0" indent="-342900" algn="l" rtl="0">
              <a:spcBef>
                <a:spcPts val="0"/>
              </a:spcBef>
              <a:spcAft>
                <a:spcPts val="0"/>
              </a:spcAft>
              <a:buFont typeface="Courier New" panose="02070309020205020404" pitchFamily="49" charset="0"/>
              <a:buChar char="o"/>
            </a:pPr>
            <a:endParaRPr lang="ro-RO" sz="2000" dirty="0"/>
          </a:p>
          <a:p>
            <a:pPr marL="0" lvl="0" indent="0" algn="l" rtl="0">
              <a:spcBef>
                <a:spcPts val="0"/>
              </a:spcBef>
              <a:spcAft>
                <a:spcPts val="0"/>
              </a:spcAft>
              <a:buNone/>
            </a:pPr>
            <a:endParaRPr lang="ro-RO" sz="2000" dirty="0"/>
          </a:p>
        </p:txBody>
      </p:sp>
    </p:spTree>
    <p:extLst>
      <p:ext uri="{BB962C8B-B14F-4D97-AF65-F5344CB8AC3E}">
        <p14:creationId xmlns:p14="http://schemas.microsoft.com/office/powerpoint/2010/main" val="1773889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2341149" y="2166794"/>
            <a:ext cx="4059652" cy="133231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ro-RO" sz="4700" dirty="0"/>
              <a:t>Tipuri de structuri P2P</a:t>
            </a:r>
            <a:endParaRPr sz="4700" dirty="0"/>
          </a:p>
        </p:txBody>
      </p:sp>
      <p:sp>
        <p:nvSpPr>
          <p:cNvPr id="2156" name="Google Shape;2156;p38"/>
          <p:cNvSpPr txBox="1">
            <a:spLocks noGrp="1"/>
          </p:cNvSpPr>
          <p:nvPr>
            <p:ph type="title" idx="2"/>
          </p:nvPr>
        </p:nvSpPr>
        <p:spPr>
          <a:xfrm>
            <a:off x="2941752" y="1096994"/>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ro-RO" dirty="0"/>
              <a:t>0</a:t>
            </a:r>
            <a:r>
              <a:rPr lang="en-US" dirty="0"/>
              <a:t>3</a:t>
            </a:r>
            <a:endParaRPr dirty="0"/>
          </a:p>
        </p:txBody>
      </p:sp>
    </p:spTree>
    <p:extLst>
      <p:ext uri="{BB962C8B-B14F-4D97-AF65-F5344CB8AC3E}">
        <p14:creationId xmlns:p14="http://schemas.microsoft.com/office/powerpoint/2010/main" val="40037303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23"/>
        <p:cNvGrpSpPr/>
        <p:nvPr/>
      </p:nvGrpSpPr>
      <p:grpSpPr>
        <a:xfrm>
          <a:off x="0" y="0"/>
          <a:ext cx="0" cy="0"/>
          <a:chOff x="0" y="0"/>
          <a:chExt cx="0" cy="0"/>
        </a:xfrm>
      </p:grpSpPr>
      <p:sp>
        <p:nvSpPr>
          <p:cNvPr id="2229" name="Google Shape;2229;p41"/>
          <p:cNvSpPr txBox="1">
            <a:spLocks noGrp="1"/>
          </p:cNvSpPr>
          <p:nvPr>
            <p:ph type="subTitle" idx="5"/>
          </p:nvPr>
        </p:nvSpPr>
        <p:spPr>
          <a:xfrm>
            <a:off x="3843580" y="3362922"/>
            <a:ext cx="1945200" cy="3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o-RO" sz="2800" b="1" dirty="0" err="1">
                <a:latin typeface="Times New Roman" panose="02020603050405020304" pitchFamily="18" charset="0"/>
              </a:rPr>
              <a:t>Host</a:t>
            </a:r>
            <a:r>
              <a:rPr lang="ro-RO" sz="2800" b="1" dirty="0">
                <a:latin typeface="Times New Roman" panose="02020603050405020304" pitchFamily="18" charset="0"/>
              </a:rPr>
              <a:t>-Client</a:t>
            </a:r>
            <a:endParaRPr sz="2000" dirty="0"/>
          </a:p>
        </p:txBody>
      </p:sp>
      <p:sp>
        <p:nvSpPr>
          <p:cNvPr id="14" name="Google Shape;2229;p41">
            <a:extLst>
              <a:ext uri="{FF2B5EF4-FFF2-40B4-BE49-F238E27FC236}">
                <a16:creationId xmlns:a16="http://schemas.microsoft.com/office/drawing/2014/main" id="{39D11F8A-C4C3-14CA-4666-2E9E2230091A}"/>
              </a:ext>
            </a:extLst>
          </p:cNvPr>
          <p:cNvSpPr txBox="1">
            <a:spLocks/>
          </p:cNvSpPr>
          <p:nvPr/>
        </p:nvSpPr>
        <p:spPr>
          <a:xfrm>
            <a:off x="1544041" y="1787652"/>
            <a:ext cx="1945200" cy="375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r>
              <a:rPr lang="ro-RO" sz="2800" b="1" dirty="0">
                <a:latin typeface="Times New Roman" panose="02020603050405020304" pitchFamily="18" charset="0"/>
              </a:rPr>
              <a:t>Pure P2P</a:t>
            </a:r>
            <a:endParaRPr lang="en-US" sz="2000" dirty="0"/>
          </a:p>
        </p:txBody>
      </p:sp>
      <p:grpSp>
        <p:nvGrpSpPr>
          <p:cNvPr id="15" name="Google Shape;2314;p43">
            <a:extLst>
              <a:ext uri="{FF2B5EF4-FFF2-40B4-BE49-F238E27FC236}">
                <a16:creationId xmlns:a16="http://schemas.microsoft.com/office/drawing/2014/main" id="{B08B65E3-D67E-9339-5750-7624C1E572FB}"/>
              </a:ext>
            </a:extLst>
          </p:cNvPr>
          <p:cNvGrpSpPr/>
          <p:nvPr/>
        </p:nvGrpSpPr>
        <p:grpSpPr>
          <a:xfrm>
            <a:off x="227128" y="1467848"/>
            <a:ext cx="1245900" cy="1245900"/>
            <a:chOff x="6293934" y="1010648"/>
            <a:chExt cx="1245900" cy="1245900"/>
          </a:xfrm>
        </p:grpSpPr>
        <p:sp>
          <p:nvSpPr>
            <p:cNvPr id="16" name="Google Shape;2315;p43">
              <a:extLst>
                <a:ext uri="{FF2B5EF4-FFF2-40B4-BE49-F238E27FC236}">
                  <a16:creationId xmlns:a16="http://schemas.microsoft.com/office/drawing/2014/main" id="{D9EC467A-F74C-CE9E-C2AB-2BF04BC5B8DF}"/>
                </a:ext>
              </a:extLst>
            </p:cNvPr>
            <p:cNvSpPr/>
            <p:nvPr/>
          </p:nvSpPr>
          <p:spPr>
            <a:xfrm>
              <a:off x="6293934" y="1010648"/>
              <a:ext cx="1245900" cy="12459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316;p43">
              <a:extLst>
                <a:ext uri="{FF2B5EF4-FFF2-40B4-BE49-F238E27FC236}">
                  <a16:creationId xmlns:a16="http://schemas.microsoft.com/office/drawing/2014/main" id="{BD2B254C-1CB2-FEB2-789E-EBE775B297A5}"/>
                </a:ext>
              </a:extLst>
            </p:cNvPr>
            <p:cNvSpPr/>
            <p:nvPr/>
          </p:nvSpPr>
          <p:spPr>
            <a:xfrm>
              <a:off x="6401784" y="1118586"/>
              <a:ext cx="1030200" cy="10302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 name="Google Shape;2317;p43">
            <a:extLst>
              <a:ext uri="{FF2B5EF4-FFF2-40B4-BE49-F238E27FC236}">
                <a16:creationId xmlns:a16="http://schemas.microsoft.com/office/drawing/2014/main" id="{E91A4B57-10A1-705E-3884-A657DDAB42C1}"/>
              </a:ext>
            </a:extLst>
          </p:cNvPr>
          <p:cNvSpPr txBox="1"/>
          <p:nvPr/>
        </p:nvSpPr>
        <p:spPr>
          <a:xfrm>
            <a:off x="407146" y="18196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400" dirty="0">
                <a:solidFill>
                  <a:schemeClr val="lt1"/>
                </a:solidFill>
                <a:latin typeface="Barlow Semi Condensed Medium"/>
                <a:ea typeface="Barlow Semi Condensed Medium"/>
                <a:cs typeface="Barlow Semi Condensed Medium"/>
                <a:sym typeface="Barlow Semi Condensed Medium"/>
              </a:rPr>
              <a:t>01</a:t>
            </a:r>
            <a:endParaRPr sz="4400" dirty="0">
              <a:solidFill>
                <a:schemeClr val="lt1"/>
              </a:solidFill>
              <a:latin typeface="Barlow Semi Condensed Medium"/>
              <a:ea typeface="Barlow Semi Condensed Medium"/>
              <a:cs typeface="Barlow Semi Condensed Medium"/>
              <a:sym typeface="Barlow Semi Condensed Medium"/>
            </a:endParaRPr>
          </a:p>
        </p:txBody>
      </p:sp>
      <p:grpSp>
        <p:nvGrpSpPr>
          <p:cNvPr id="27" name="Google Shape;2314;p43">
            <a:extLst>
              <a:ext uri="{FF2B5EF4-FFF2-40B4-BE49-F238E27FC236}">
                <a16:creationId xmlns:a16="http://schemas.microsoft.com/office/drawing/2014/main" id="{D50E31F8-ADA4-E8CB-A869-D2CD94025B43}"/>
              </a:ext>
            </a:extLst>
          </p:cNvPr>
          <p:cNvGrpSpPr/>
          <p:nvPr/>
        </p:nvGrpSpPr>
        <p:grpSpPr>
          <a:xfrm>
            <a:off x="3949050" y="1539702"/>
            <a:ext cx="1245900" cy="1245900"/>
            <a:chOff x="6293934" y="1010648"/>
            <a:chExt cx="1245900" cy="1245900"/>
          </a:xfrm>
        </p:grpSpPr>
        <p:sp>
          <p:nvSpPr>
            <p:cNvPr id="28" name="Google Shape;2315;p43">
              <a:extLst>
                <a:ext uri="{FF2B5EF4-FFF2-40B4-BE49-F238E27FC236}">
                  <a16:creationId xmlns:a16="http://schemas.microsoft.com/office/drawing/2014/main" id="{CC115FB3-42F7-9BA2-1711-80F480C3E248}"/>
                </a:ext>
              </a:extLst>
            </p:cNvPr>
            <p:cNvSpPr/>
            <p:nvPr/>
          </p:nvSpPr>
          <p:spPr>
            <a:xfrm>
              <a:off x="6293934" y="1010648"/>
              <a:ext cx="1245900" cy="12459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316;p43">
              <a:extLst>
                <a:ext uri="{FF2B5EF4-FFF2-40B4-BE49-F238E27FC236}">
                  <a16:creationId xmlns:a16="http://schemas.microsoft.com/office/drawing/2014/main" id="{C31CCEE2-8DB8-320A-1139-80B333A5B2A4}"/>
                </a:ext>
              </a:extLst>
            </p:cNvPr>
            <p:cNvSpPr/>
            <p:nvPr/>
          </p:nvSpPr>
          <p:spPr>
            <a:xfrm>
              <a:off x="6401784" y="1118586"/>
              <a:ext cx="1030200" cy="10302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 name="Google Shape;2317;p43">
            <a:extLst>
              <a:ext uri="{FF2B5EF4-FFF2-40B4-BE49-F238E27FC236}">
                <a16:creationId xmlns:a16="http://schemas.microsoft.com/office/drawing/2014/main" id="{87155BCC-C960-F274-48EE-DB0A70D60741}"/>
              </a:ext>
            </a:extLst>
          </p:cNvPr>
          <p:cNvSpPr txBox="1"/>
          <p:nvPr/>
        </p:nvSpPr>
        <p:spPr>
          <a:xfrm>
            <a:off x="4129068" y="1891510"/>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400" dirty="0">
                <a:solidFill>
                  <a:schemeClr val="lt1"/>
                </a:solidFill>
                <a:latin typeface="Barlow Semi Condensed Medium"/>
                <a:ea typeface="Barlow Semi Condensed Medium"/>
                <a:cs typeface="Barlow Semi Condensed Medium"/>
                <a:sym typeface="Barlow Semi Condensed Medium"/>
              </a:rPr>
              <a:t>02</a:t>
            </a:r>
            <a:endParaRPr sz="4400" dirty="0">
              <a:solidFill>
                <a:schemeClr val="lt1"/>
              </a:solidFill>
              <a:latin typeface="Barlow Semi Condensed Medium"/>
              <a:ea typeface="Barlow Semi Condensed Medium"/>
              <a:cs typeface="Barlow Semi Condensed Medium"/>
              <a:sym typeface="Barlow Semi Condensed Medium"/>
            </a:endParaRPr>
          </a:p>
        </p:txBody>
      </p:sp>
      <p:grpSp>
        <p:nvGrpSpPr>
          <p:cNvPr id="31" name="Google Shape;2314;p43">
            <a:extLst>
              <a:ext uri="{FF2B5EF4-FFF2-40B4-BE49-F238E27FC236}">
                <a16:creationId xmlns:a16="http://schemas.microsoft.com/office/drawing/2014/main" id="{28F7BFA9-1D28-D04C-D479-FE8ADBCDCD36}"/>
              </a:ext>
            </a:extLst>
          </p:cNvPr>
          <p:cNvGrpSpPr/>
          <p:nvPr/>
        </p:nvGrpSpPr>
        <p:grpSpPr>
          <a:xfrm>
            <a:off x="2438074" y="3029472"/>
            <a:ext cx="1245900" cy="1245900"/>
            <a:chOff x="6293934" y="1010648"/>
            <a:chExt cx="1245900" cy="1245900"/>
          </a:xfrm>
        </p:grpSpPr>
        <p:sp>
          <p:nvSpPr>
            <p:cNvPr id="32" name="Google Shape;2315;p43">
              <a:extLst>
                <a:ext uri="{FF2B5EF4-FFF2-40B4-BE49-F238E27FC236}">
                  <a16:creationId xmlns:a16="http://schemas.microsoft.com/office/drawing/2014/main" id="{56727929-28DD-9E27-C3AB-48B56F2D2ADD}"/>
                </a:ext>
              </a:extLst>
            </p:cNvPr>
            <p:cNvSpPr/>
            <p:nvPr/>
          </p:nvSpPr>
          <p:spPr>
            <a:xfrm>
              <a:off x="6293934" y="1010648"/>
              <a:ext cx="1245900" cy="12459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2316;p43">
              <a:extLst>
                <a:ext uri="{FF2B5EF4-FFF2-40B4-BE49-F238E27FC236}">
                  <a16:creationId xmlns:a16="http://schemas.microsoft.com/office/drawing/2014/main" id="{2E63031C-BA7A-BA12-EF18-66F9FD03BB20}"/>
                </a:ext>
              </a:extLst>
            </p:cNvPr>
            <p:cNvSpPr/>
            <p:nvPr/>
          </p:nvSpPr>
          <p:spPr>
            <a:xfrm>
              <a:off x="6401784" y="1118586"/>
              <a:ext cx="1030200" cy="10302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2317;p43">
            <a:extLst>
              <a:ext uri="{FF2B5EF4-FFF2-40B4-BE49-F238E27FC236}">
                <a16:creationId xmlns:a16="http://schemas.microsoft.com/office/drawing/2014/main" id="{869C81E8-F505-40F1-7575-C41CD82D13A0}"/>
              </a:ext>
            </a:extLst>
          </p:cNvPr>
          <p:cNvSpPr txBox="1"/>
          <p:nvPr/>
        </p:nvSpPr>
        <p:spPr>
          <a:xfrm>
            <a:off x="2618092" y="3381280"/>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4400" dirty="0">
                <a:solidFill>
                  <a:schemeClr val="lt1"/>
                </a:solidFill>
                <a:latin typeface="Barlow Semi Condensed Medium"/>
                <a:ea typeface="Barlow Semi Condensed Medium"/>
                <a:cs typeface="Barlow Semi Condensed Medium"/>
                <a:sym typeface="Barlow Semi Condensed Medium"/>
              </a:rPr>
              <a:t>03</a:t>
            </a:r>
            <a:endParaRPr sz="4400" dirty="0">
              <a:solidFill>
                <a:schemeClr val="lt1"/>
              </a:solidFill>
              <a:latin typeface="Barlow Semi Condensed Medium"/>
              <a:ea typeface="Barlow Semi Condensed Medium"/>
              <a:cs typeface="Barlow Semi Condensed Medium"/>
              <a:sym typeface="Barlow Semi Condensed Medium"/>
            </a:endParaRPr>
          </a:p>
        </p:txBody>
      </p:sp>
      <p:sp>
        <p:nvSpPr>
          <p:cNvPr id="4" name="Google Shape;2229;p41">
            <a:extLst>
              <a:ext uri="{FF2B5EF4-FFF2-40B4-BE49-F238E27FC236}">
                <a16:creationId xmlns:a16="http://schemas.microsoft.com/office/drawing/2014/main" id="{FE5B9F90-E0D2-8755-B59A-F9937DFBDD98}"/>
              </a:ext>
            </a:extLst>
          </p:cNvPr>
          <p:cNvSpPr txBox="1">
            <a:spLocks/>
          </p:cNvSpPr>
          <p:nvPr/>
        </p:nvSpPr>
        <p:spPr>
          <a:xfrm>
            <a:off x="5267117" y="1814026"/>
            <a:ext cx="2332841" cy="375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l" rtl="0">
              <a:lnSpc>
                <a:spcPct val="100000"/>
              </a:lnSpc>
              <a:spcBef>
                <a:spcPts val="0"/>
              </a:spcBef>
              <a:spcAft>
                <a:spcPts val="0"/>
              </a:spcAft>
              <a:buClr>
                <a:srgbClr val="000000"/>
              </a:buClr>
              <a:buFont typeface="Arial"/>
              <a:buNone/>
              <a:defRPr sz="14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r>
              <a:rPr lang="ro-RO" sz="2800" b="1" dirty="0" err="1">
                <a:latin typeface="Times New Roman" panose="02020603050405020304" pitchFamily="18" charset="0"/>
              </a:rPr>
              <a:t>Hybrid</a:t>
            </a:r>
            <a:r>
              <a:rPr lang="ro-RO" sz="2800" b="1" dirty="0">
                <a:latin typeface="Times New Roman" panose="02020603050405020304" pitchFamily="18" charset="0"/>
              </a:rPr>
              <a:t> P2P</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91C027EE-5AD9-605A-279D-1DD5B03C6CF7}"/>
            </a:ext>
          </a:extLst>
        </p:cNvPr>
        <p:cNvGrpSpPr/>
        <p:nvPr/>
      </p:nvGrpSpPr>
      <p:grpSpPr>
        <a:xfrm>
          <a:off x="0" y="0"/>
          <a:ext cx="0" cy="0"/>
          <a:chOff x="0" y="0"/>
          <a:chExt cx="0" cy="0"/>
        </a:xfrm>
      </p:grpSpPr>
      <p:sp>
        <p:nvSpPr>
          <p:cNvPr id="2197" name="Google Shape;2197;p40">
            <a:extLst>
              <a:ext uri="{FF2B5EF4-FFF2-40B4-BE49-F238E27FC236}">
                <a16:creationId xmlns:a16="http://schemas.microsoft.com/office/drawing/2014/main" id="{AFA7CDD5-BA52-5E68-1B46-C86B4870E7B5}"/>
              </a:ext>
            </a:extLst>
          </p:cNvPr>
          <p:cNvSpPr txBox="1">
            <a:spLocks noGrp="1"/>
          </p:cNvSpPr>
          <p:nvPr>
            <p:ph type="subTitle" idx="2"/>
          </p:nvPr>
        </p:nvSpPr>
        <p:spPr>
          <a:xfrm>
            <a:off x="880842" y="693836"/>
            <a:ext cx="6641707" cy="4754880"/>
          </a:xfrm>
          <a:prstGeom prst="rect">
            <a:avLst/>
          </a:prstGeom>
        </p:spPr>
        <p:txBody>
          <a:bodyPr spcFirstLastPara="1" wrap="square" lIns="91425" tIns="91425" rIns="91425" bIns="91425" anchor="t" anchorCtr="0">
            <a:noAutofit/>
          </a:bodyPr>
          <a:lstStyle/>
          <a:p>
            <a:pPr marL="342900" indent="-342900" algn="l">
              <a:buFont typeface="Courier New" panose="02070309020205020404" pitchFamily="49" charset="0"/>
              <a:buChar char="o"/>
            </a:pPr>
            <a:r>
              <a:rPr lang="ro-RO" b="1" dirty="0">
                <a:latin typeface="gg sans"/>
              </a:rPr>
              <a:t>Structură pură (Pure P2P):</a:t>
            </a:r>
          </a:p>
          <a:p>
            <a:pPr marL="342900" lvl="3" indent="-342900" algn="l">
              <a:buFont typeface="Wingdings" panose="05000000000000000000" pitchFamily="2" charset="2"/>
              <a:buChar char="Ø"/>
            </a:pPr>
            <a:r>
              <a:rPr lang="ro-RO" dirty="0">
                <a:latin typeface="gg sans"/>
              </a:rPr>
              <a:t>Toți participanții sunt egali; nu există o autoritate centrală.</a:t>
            </a:r>
          </a:p>
          <a:p>
            <a:pPr marL="342900" lvl="1" indent="-342900" algn="l">
              <a:buFont typeface="Wingdings" panose="05000000000000000000" pitchFamily="2" charset="2"/>
              <a:buChar char="Ø"/>
            </a:pPr>
            <a:r>
              <a:rPr lang="ro-RO" b="1" dirty="0">
                <a:latin typeface="gg sans"/>
              </a:rPr>
              <a:t>Exemplu:</a:t>
            </a:r>
            <a:r>
              <a:rPr lang="ro-RO" dirty="0">
                <a:latin typeface="gg sans"/>
              </a:rPr>
              <a:t> Jocuri LAN sau sesiuni locale.</a:t>
            </a:r>
          </a:p>
          <a:p>
            <a:pPr lvl="1" algn="l"/>
            <a:endParaRPr lang="ro-RO" dirty="0">
              <a:latin typeface="gg sans"/>
            </a:endParaRPr>
          </a:p>
          <a:p>
            <a:pPr marL="342900" indent="-342900" algn="l">
              <a:buFont typeface="Courier New" panose="02070309020205020404" pitchFamily="49" charset="0"/>
              <a:buChar char="o"/>
            </a:pPr>
            <a:r>
              <a:rPr lang="ro-RO" b="1" dirty="0">
                <a:latin typeface="gg sans"/>
              </a:rPr>
              <a:t>Structură hibridă (</a:t>
            </a:r>
            <a:r>
              <a:rPr lang="ro-RO" b="1" dirty="0" err="1">
                <a:latin typeface="gg sans"/>
              </a:rPr>
              <a:t>Hybrid</a:t>
            </a:r>
            <a:r>
              <a:rPr lang="ro-RO" b="1" dirty="0">
                <a:latin typeface="gg sans"/>
              </a:rPr>
              <a:t> P2P):</a:t>
            </a:r>
          </a:p>
          <a:p>
            <a:pPr marL="342900" lvl="2" indent="-342900" algn="l">
              <a:buFont typeface="Wingdings" panose="05000000000000000000" pitchFamily="2" charset="2"/>
              <a:buChar char="Ø"/>
            </a:pPr>
            <a:r>
              <a:rPr lang="ro-RO" dirty="0">
                <a:latin typeface="gg sans"/>
              </a:rPr>
              <a:t>Folosește un server central doar pentru </a:t>
            </a:r>
            <a:r>
              <a:rPr lang="ro-RO" dirty="0" err="1">
                <a:latin typeface="gg sans"/>
              </a:rPr>
              <a:t>matchmaking</a:t>
            </a:r>
            <a:r>
              <a:rPr lang="ro-RO" dirty="0">
                <a:latin typeface="gg sans"/>
              </a:rPr>
              <a:t>, apoi conexiunea este directă între jucători.</a:t>
            </a:r>
          </a:p>
          <a:p>
            <a:pPr marL="342900" lvl="2" indent="-342900" algn="l">
              <a:buFont typeface="Wingdings" panose="05000000000000000000" pitchFamily="2" charset="2"/>
              <a:buChar char="Ø"/>
            </a:pPr>
            <a:r>
              <a:rPr lang="ro-RO" b="1" dirty="0">
                <a:latin typeface="gg sans"/>
              </a:rPr>
              <a:t>Exemplu:</a:t>
            </a:r>
            <a:r>
              <a:rPr lang="ro-RO" dirty="0">
                <a:latin typeface="gg sans"/>
              </a:rPr>
              <a:t> Jocurile competitive online care găzduiesc meciuri (ex: FIFA, </a:t>
            </a:r>
            <a:r>
              <a:rPr lang="ro-RO" dirty="0" err="1">
                <a:latin typeface="gg sans"/>
              </a:rPr>
              <a:t>Call</a:t>
            </a:r>
            <a:r>
              <a:rPr lang="ro-RO" dirty="0">
                <a:latin typeface="gg sans"/>
              </a:rPr>
              <a:t> of </a:t>
            </a:r>
            <a:r>
              <a:rPr lang="ro-RO" dirty="0" err="1">
                <a:latin typeface="gg sans"/>
              </a:rPr>
              <a:t>Duty</a:t>
            </a:r>
            <a:r>
              <a:rPr lang="ro-RO" dirty="0">
                <a:latin typeface="gg sans"/>
              </a:rPr>
              <a:t>).</a:t>
            </a:r>
          </a:p>
          <a:p>
            <a:pPr lvl="2" algn="l"/>
            <a:endParaRPr lang="ro-RO" dirty="0">
              <a:latin typeface="gg sans"/>
            </a:endParaRPr>
          </a:p>
          <a:p>
            <a:pPr marL="342900" indent="-342900" algn="l">
              <a:buFont typeface="Courier New" panose="02070309020205020404" pitchFamily="49" charset="0"/>
              <a:buChar char="o"/>
            </a:pPr>
            <a:r>
              <a:rPr lang="ro-RO" b="1" dirty="0">
                <a:latin typeface="gg sans"/>
              </a:rPr>
              <a:t>Structură gazdă-client (</a:t>
            </a:r>
            <a:r>
              <a:rPr lang="ro-RO" b="1" dirty="0" err="1">
                <a:latin typeface="gg sans"/>
              </a:rPr>
              <a:t>Host</a:t>
            </a:r>
            <a:r>
              <a:rPr lang="ro-RO" b="1" dirty="0">
                <a:latin typeface="gg sans"/>
              </a:rPr>
              <a:t>-Client):</a:t>
            </a:r>
          </a:p>
          <a:p>
            <a:pPr marL="342900" lvl="1" indent="-342900" algn="l">
              <a:buFont typeface="Wingdings" panose="05000000000000000000" pitchFamily="2" charset="2"/>
              <a:buChar char="Ø"/>
            </a:pPr>
            <a:r>
              <a:rPr lang="ro-RO" dirty="0">
                <a:latin typeface="gg sans"/>
              </a:rPr>
              <a:t>Un jucător acționează ca </a:t>
            </a:r>
            <a:r>
              <a:rPr lang="ro-RO" b="1" dirty="0">
                <a:latin typeface="gg sans"/>
              </a:rPr>
              <a:t>gazdă</a:t>
            </a:r>
            <a:r>
              <a:rPr lang="ro-RO" dirty="0">
                <a:latin typeface="gg sans"/>
              </a:rPr>
              <a:t> (</a:t>
            </a:r>
            <a:r>
              <a:rPr lang="ro-RO" dirty="0" err="1">
                <a:latin typeface="gg sans"/>
              </a:rPr>
              <a:t>host</a:t>
            </a:r>
            <a:r>
              <a:rPr lang="ro-RO" dirty="0">
                <a:latin typeface="gg sans"/>
              </a:rPr>
              <a:t>), gestionând toate datele jocului.</a:t>
            </a:r>
          </a:p>
          <a:p>
            <a:pPr marL="342900" lvl="1" indent="-342900" algn="l">
              <a:buFont typeface="Wingdings" panose="05000000000000000000" pitchFamily="2" charset="2"/>
              <a:buChar char="Ø"/>
            </a:pPr>
            <a:r>
              <a:rPr lang="ro-RO" b="1" dirty="0">
                <a:latin typeface="gg sans"/>
              </a:rPr>
              <a:t>Avantaj:</a:t>
            </a:r>
            <a:r>
              <a:rPr lang="ro-RO" dirty="0">
                <a:latin typeface="gg sans"/>
              </a:rPr>
              <a:t> Simplu de implementat.</a:t>
            </a:r>
          </a:p>
          <a:p>
            <a:pPr marL="342900" lvl="1" indent="-342900" algn="l">
              <a:buFont typeface="Wingdings" panose="05000000000000000000" pitchFamily="2" charset="2"/>
              <a:buChar char="Ø"/>
            </a:pPr>
            <a:r>
              <a:rPr lang="ro-RO" b="1" dirty="0">
                <a:latin typeface="gg sans"/>
              </a:rPr>
              <a:t>Dezavantaj:</a:t>
            </a:r>
            <a:r>
              <a:rPr lang="ro-RO" dirty="0">
                <a:latin typeface="gg sans"/>
              </a:rPr>
              <a:t> „Gazda” are avantaj de latență.</a:t>
            </a:r>
          </a:p>
          <a:p>
            <a:pPr lvl="0" algn="l" rtl="0">
              <a:spcBef>
                <a:spcPts val="0"/>
              </a:spcBef>
              <a:spcAft>
                <a:spcPts val="0"/>
              </a:spcAft>
            </a:pPr>
            <a:endParaRPr lang="ro-RO" sz="2000" dirty="0"/>
          </a:p>
          <a:p>
            <a:pPr marL="0" lvl="0" indent="0" algn="l" rtl="0">
              <a:spcBef>
                <a:spcPts val="0"/>
              </a:spcBef>
              <a:spcAft>
                <a:spcPts val="0"/>
              </a:spcAft>
              <a:buNone/>
            </a:pPr>
            <a:endParaRPr lang="ro-RO" sz="2000" dirty="0"/>
          </a:p>
        </p:txBody>
      </p:sp>
      <p:sp>
        <p:nvSpPr>
          <p:cNvPr id="4" name="Google Shape;2195;p40">
            <a:extLst>
              <a:ext uri="{FF2B5EF4-FFF2-40B4-BE49-F238E27FC236}">
                <a16:creationId xmlns:a16="http://schemas.microsoft.com/office/drawing/2014/main" id="{A78A3B07-18E1-7195-ECEE-EDB106A7F343}"/>
              </a:ext>
            </a:extLst>
          </p:cNvPr>
          <p:cNvSpPr txBox="1">
            <a:spLocks noGrp="1"/>
          </p:cNvSpPr>
          <p:nvPr>
            <p:ph type="title"/>
          </p:nvPr>
        </p:nvSpPr>
        <p:spPr>
          <a:xfrm>
            <a:off x="880842" y="99536"/>
            <a:ext cx="6924324" cy="59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o-RO" dirty="0"/>
              <a:t>Tipuri de structuri </a:t>
            </a:r>
            <a:r>
              <a:rPr lang="ro-RO" dirty="0" err="1"/>
              <a:t>peer-to-peer</a:t>
            </a:r>
            <a:endParaRPr dirty="0"/>
          </a:p>
        </p:txBody>
      </p:sp>
    </p:spTree>
    <p:extLst>
      <p:ext uri="{BB962C8B-B14F-4D97-AF65-F5344CB8AC3E}">
        <p14:creationId xmlns:p14="http://schemas.microsoft.com/office/powerpoint/2010/main" val="2700926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54">
          <a:extLst>
            <a:ext uri="{FF2B5EF4-FFF2-40B4-BE49-F238E27FC236}">
              <a16:creationId xmlns:a16="http://schemas.microsoft.com/office/drawing/2014/main" id="{41EF9E17-4C9A-551A-E9E5-D8A1993D5B1C}"/>
            </a:ext>
          </a:extLst>
        </p:cNvPr>
        <p:cNvGrpSpPr/>
        <p:nvPr/>
      </p:nvGrpSpPr>
      <p:grpSpPr>
        <a:xfrm>
          <a:off x="0" y="0"/>
          <a:ext cx="0" cy="0"/>
          <a:chOff x="0" y="0"/>
          <a:chExt cx="0" cy="0"/>
        </a:xfrm>
      </p:grpSpPr>
      <p:sp>
        <p:nvSpPr>
          <p:cNvPr id="2155" name="Google Shape;2155;p38">
            <a:extLst>
              <a:ext uri="{FF2B5EF4-FFF2-40B4-BE49-F238E27FC236}">
                <a16:creationId xmlns:a16="http://schemas.microsoft.com/office/drawing/2014/main" id="{7A4204D4-CC85-F313-D66D-47DCFFE23E66}"/>
              </a:ext>
            </a:extLst>
          </p:cNvPr>
          <p:cNvSpPr txBox="1">
            <a:spLocks noGrp="1"/>
          </p:cNvSpPr>
          <p:nvPr>
            <p:ph type="title"/>
          </p:nvPr>
        </p:nvSpPr>
        <p:spPr>
          <a:xfrm>
            <a:off x="2121692" y="2166794"/>
            <a:ext cx="4607719" cy="174174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4700" dirty="0" err="1"/>
              <a:t>Avantaje</a:t>
            </a:r>
            <a:endParaRPr sz="4700" dirty="0"/>
          </a:p>
        </p:txBody>
      </p:sp>
      <p:sp>
        <p:nvSpPr>
          <p:cNvPr id="2156" name="Google Shape;2156;p38">
            <a:extLst>
              <a:ext uri="{FF2B5EF4-FFF2-40B4-BE49-F238E27FC236}">
                <a16:creationId xmlns:a16="http://schemas.microsoft.com/office/drawing/2014/main" id="{62EDB950-5762-66FF-DBEC-833CB9ACA577}"/>
              </a:ext>
            </a:extLst>
          </p:cNvPr>
          <p:cNvSpPr txBox="1">
            <a:spLocks noGrp="1"/>
          </p:cNvSpPr>
          <p:nvPr>
            <p:ph type="title" idx="2"/>
          </p:nvPr>
        </p:nvSpPr>
        <p:spPr>
          <a:xfrm>
            <a:off x="2941752" y="1096994"/>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ro-RO" dirty="0"/>
              <a:t>0</a:t>
            </a:r>
            <a:r>
              <a:rPr lang="en-US" dirty="0"/>
              <a:t>4</a:t>
            </a:r>
            <a:endParaRPr dirty="0"/>
          </a:p>
        </p:txBody>
      </p:sp>
    </p:spTree>
    <p:extLst>
      <p:ext uri="{BB962C8B-B14F-4D97-AF65-F5344CB8AC3E}">
        <p14:creationId xmlns:p14="http://schemas.microsoft.com/office/powerpoint/2010/main" val="1542670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A2781938-1663-1F62-C84D-091DBFA82EBE}"/>
            </a:ext>
          </a:extLst>
        </p:cNvPr>
        <p:cNvGrpSpPr/>
        <p:nvPr/>
      </p:nvGrpSpPr>
      <p:grpSpPr>
        <a:xfrm>
          <a:off x="0" y="0"/>
          <a:ext cx="0" cy="0"/>
          <a:chOff x="0" y="0"/>
          <a:chExt cx="0" cy="0"/>
        </a:xfrm>
      </p:grpSpPr>
      <p:sp>
        <p:nvSpPr>
          <p:cNvPr id="2195" name="Google Shape;2195;p40">
            <a:extLst>
              <a:ext uri="{FF2B5EF4-FFF2-40B4-BE49-F238E27FC236}">
                <a16:creationId xmlns:a16="http://schemas.microsoft.com/office/drawing/2014/main" id="{FC982ABF-4703-A0ED-2C05-208F3A603E17}"/>
              </a:ext>
            </a:extLst>
          </p:cNvPr>
          <p:cNvSpPr txBox="1">
            <a:spLocks noGrp="1"/>
          </p:cNvSpPr>
          <p:nvPr>
            <p:ph type="title"/>
          </p:nvPr>
        </p:nvSpPr>
        <p:spPr>
          <a:xfrm>
            <a:off x="858744" y="111728"/>
            <a:ext cx="6924324" cy="59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o-RO" dirty="0"/>
              <a:t>Avantajele modelul </a:t>
            </a:r>
            <a:r>
              <a:rPr lang="ro-RO" dirty="0" err="1"/>
              <a:t>peer-to-peer</a:t>
            </a:r>
            <a:endParaRPr dirty="0"/>
          </a:p>
        </p:txBody>
      </p:sp>
      <p:sp>
        <p:nvSpPr>
          <p:cNvPr id="2197" name="Google Shape;2197;p40">
            <a:extLst>
              <a:ext uri="{FF2B5EF4-FFF2-40B4-BE49-F238E27FC236}">
                <a16:creationId xmlns:a16="http://schemas.microsoft.com/office/drawing/2014/main" id="{22BD9C06-BF76-A923-DD8C-BAABE7994921}"/>
              </a:ext>
            </a:extLst>
          </p:cNvPr>
          <p:cNvSpPr txBox="1">
            <a:spLocks noGrp="1"/>
          </p:cNvSpPr>
          <p:nvPr>
            <p:ph type="subTitle" idx="2"/>
          </p:nvPr>
        </p:nvSpPr>
        <p:spPr>
          <a:xfrm>
            <a:off x="668274" y="706028"/>
            <a:ext cx="7616982" cy="3355826"/>
          </a:xfrm>
          <a:prstGeom prst="rect">
            <a:avLst/>
          </a:prstGeom>
        </p:spPr>
        <p:txBody>
          <a:bodyPr spcFirstLastPara="1" wrap="square" lIns="91425" tIns="91425" rIns="91425" bIns="91425" anchor="t" anchorCtr="0">
            <a:noAutofit/>
          </a:bodyPr>
          <a:lstStyle/>
          <a:p>
            <a:pPr marL="342900" indent="-342900" algn="l">
              <a:buFont typeface="Courier New" panose="02070309020205020404" pitchFamily="49" charset="0"/>
              <a:buChar char="o"/>
            </a:pPr>
            <a:r>
              <a:rPr lang="ro-RO" b="1" dirty="0">
                <a:latin typeface="gg sans"/>
              </a:rPr>
              <a:t>Răspunsuri rapide și latență redusă: </a:t>
            </a:r>
            <a:r>
              <a:rPr lang="ro-RO" dirty="0">
                <a:latin typeface="gg sans"/>
              </a:rPr>
              <a:t>În jocurile P2P, jucătorii stabilesc conexiuni directe, ceea ce înseamnă că comunicațiile nu sunt canalizate prin servere centralizate îndepărtate. Această imediate este deosebit de valoroasă în jocurile rapide, unde fiecare milisecundă contează, oferind o experiență de joc mai fluidă.</a:t>
            </a:r>
            <a:endParaRPr lang="ro-RO" b="1" dirty="0">
              <a:latin typeface="gg sans"/>
            </a:endParaRPr>
          </a:p>
          <a:p>
            <a:pPr marL="342900" indent="-342900" algn="l">
              <a:buFont typeface="Courier New" panose="02070309020205020404" pitchFamily="49" charset="0"/>
              <a:buChar char="o"/>
            </a:pPr>
            <a:r>
              <a:rPr lang="ro-RO" b="1" dirty="0">
                <a:latin typeface="gg sans"/>
              </a:rPr>
              <a:t>Economic și eficient</a:t>
            </a:r>
            <a:r>
              <a:rPr lang="ro-RO" dirty="0">
                <a:latin typeface="gg sans"/>
              </a:rPr>
              <a:t>: Una dintre cele mai mari provocări pentru companiile de </a:t>
            </a:r>
            <a:r>
              <a:rPr lang="ro-RO" dirty="0" err="1">
                <a:latin typeface="gg sans"/>
              </a:rPr>
              <a:t>gaming</a:t>
            </a:r>
            <a:r>
              <a:rPr lang="ro-RO" dirty="0">
                <a:latin typeface="gg sans"/>
              </a:rPr>
              <a:t> este costul ridicat asociat întreținerii serverelor centralizate. Sistemele P2P reduc semnificativ aceste costuri, oferind o soluție economică care ar putea duce la economii pentru jucători și mai multe investiții în dezvoltarea jocurilor.</a:t>
            </a:r>
          </a:p>
          <a:p>
            <a:pPr marL="342900" indent="-342900" algn="l">
              <a:buFont typeface="Courier New" panose="02070309020205020404" pitchFamily="49" charset="0"/>
              <a:buChar char="o"/>
            </a:pPr>
            <a:r>
              <a:rPr lang="ro-RO" b="1" dirty="0">
                <a:latin typeface="gg sans"/>
              </a:rPr>
              <a:t>Rezistență sporită</a:t>
            </a:r>
            <a:r>
              <a:rPr lang="ro-RO" dirty="0">
                <a:latin typeface="gg sans"/>
              </a:rPr>
              <a:t>: Designul descentralizat al P2P garantează că experiența de joc nu este compromisă dacă o parte a rețelei întâmpină probleme. Spre deosebire de sistemele centralizate, unde o problemă cu serverul central poate perturba experiența pentru toți jucătorii, rețelele P2P asigură un </a:t>
            </a:r>
            <a:r>
              <a:rPr lang="ro-RO" dirty="0" err="1">
                <a:latin typeface="gg sans"/>
              </a:rPr>
              <a:t>gameplay</a:t>
            </a:r>
            <a:r>
              <a:rPr lang="ro-RO" dirty="0">
                <a:latin typeface="gg sans"/>
              </a:rPr>
              <a:t> constant.</a:t>
            </a:r>
          </a:p>
          <a:p>
            <a:pPr marL="0" lvl="0" indent="0" algn="l" rtl="0">
              <a:spcBef>
                <a:spcPts val="0"/>
              </a:spcBef>
              <a:spcAft>
                <a:spcPts val="0"/>
              </a:spcAft>
              <a:buNone/>
            </a:pPr>
            <a:endParaRPr lang="ro-RO" sz="2000" dirty="0"/>
          </a:p>
        </p:txBody>
      </p:sp>
    </p:spTree>
    <p:extLst>
      <p:ext uri="{BB962C8B-B14F-4D97-AF65-F5344CB8AC3E}">
        <p14:creationId xmlns:p14="http://schemas.microsoft.com/office/powerpoint/2010/main" val="30704806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2121692" y="2166794"/>
            <a:ext cx="4607719" cy="174174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4700" dirty="0" err="1"/>
              <a:t>Dezavantaje</a:t>
            </a:r>
            <a:endParaRPr sz="4700" dirty="0"/>
          </a:p>
        </p:txBody>
      </p:sp>
      <p:sp>
        <p:nvSpPr>
          <p:cNvPr id="2156" name="Google Shape;2156;p38"/>
          <p:cNvSpPr txBox="1">
            <a:spLocks noGrp="1"/>
          </p:cNvSpPr>
          <p:nvPr>
            <p:ph type="title" idx="2"/>
          </p:nvPr>
        </p:nvSpPr>
        <p:spPr>
          <a:xfrm>
            <a:off x="2941752" y="1096994"/>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dirty="0"/>
              <a:t>05</a:t>
            </a:r>
            <a:endParaRPr dirty="0"/>
          </a:p>
        </p:txBody>
      </p:sp>
    </p:spTree>
    <p:extLst>
      <p:ext uri="{BB962C8B-B14F-4D97-AF65-F5344CB8AC3E}">
        <p14:creationId xmlns:p14="http://schemas.microsoft.com/office/powerpoint/2010/main" val="30194524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888D44EE-0F0A-FEB9-00CD-C2B9183DADE2}"/>
            </a:ext>
          </a:extLst>
        </p:cNvPr>
        <p:cNvGrpSpPr/>
        <p:nvPr/>
      </p:nvGrpSpPr>
      <p:grpSpPr>
        <a:xfrm>
          <a:off x="0" y="0"/>
          <a:ext cx="0" cy="0"/>
          <a:chOff x="0" y="0"/>
          <a:chExt cx="0" cy="0"/>
        </a:xfrm>
      </p:grpSpPr>
      <p:sp>
        <p:nvSpPr>
          <p:cNvPr id="2195" name="Google Shape;2195;p40">
            <a:extLst>
              <a:ext uri="{FF2B5EF4-FFF2-40B4-BE49-F238E27FC236}">
                <a16:creationId xmlns:a16="http://schemas.microsoft.com/office/drawing/2014/main" id="{13AF8B15-2FEA-EBCA-76F0-6AED6624C59E}"/>
              </a:ext>
            </a:extLst>
          </p:cNvPr>
          <p:cNvSpPr txBox="1">
            <a:spLocks noGrp="1"/>
          </p:cNvSpPr>
          <p:nvPr>
            <p:ph type="title"/>
          </p:nvPr>
        </p:nvSpPr>
        <p:spPr>
          <a:xfrm>
            <a:off x="668274" y="97536"/>
            <a:ext cx="6924324" cy="594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o-RO" dirty="0"/>
              <a:t>Dezavantaje modelul </a:t>
            </a:r>
            <a:r>
              <a:rPr lang="ro-RO" dirty="0" err="1"/>
              <a:t>peer-to-peer</a:t>
            </a:r>
            <a:endParaRPr dirty="0"/>
          </a:p>
        </p:txBody>
      </p:sp>
      <p:sp>
        <p:nvSpPr>
          <p:cNvPr id="2197" name="Google Shape;2197;p40">
            <a:extLst>
              <a:ext uri="{FF2B5EF4-FFF2-40B4-BE49-F238E27FC236}">
                <a16:creationId xmlns:a16="http://schemas.microsoft.com/office/drawing/2014/main" id="{15FA0EB9-D783-0189-4179-78F7E82A46CA}"/>
              </a:ext>
            </a:extLst>
          </p:cNvPr>
          <p:cNvSpPr txBox="1">
            <a:spLocks noGrp="1"/>
          </p:cNvSpPr>
          <p:nvPr>
            <p:ph type="subTitle" idx="2"/>
          </p:nvPr>
        </p:nvSpPr>
        <p:spPr>
          <a:xfrm>
            <a:off x="668274" y="691836"/>
            <a:ext cx="7616982" cy="6755476"/>
          </a:xfrm>
          <a:prstGeom prst="rect">
            <a:avLst/>
          </a:prstGeom>
        </p:spPr>
        <p:txBody>
          <a:bodyPr spcFirstLastPara="1" wrap="square" lIns="91425" tIns="91425" rIns="91425" bIns="91425" anchor="t" anchorCtr="0">
            <a:noAutofit/>
          </a:bodyPr>
          <a:lstStyle/>
          <a:p>
            <a:pPr marL="342900" indent="-342900" algn="l">
              <a:buFont typeface="Courier New" panose="02070309020205020404" pitchFamily="49" charset="0"/>
              <a:buChar char="o"/>
            </a:pPr>
            <a:r>
              <a:rPr lang="ro-RO" sz="1600" b="1" i="0" dirty="0">
                <a:effectLst/>
                <a:latin typeface="gg sans"/>
              </a:rPr>
              <a:t>Probleme de Securitate</a:t>
            </a:r>
            <a:r>
              <a:rPr lang="ro-RO" sz="1600" b="1" dirty="0">
                <a:latin typeface="gg sans"/>
              </a:rPr>
              <a:t>: </a:t>
            </a:r>
            <a:r>
              <a:rPr lang="ro-RO" sz="1600" b="0" i="0" dirty="0">
                <a:effectLst/>
                <a:latin typeface="gg sans"/>
              </a:rPr>
              <a:t>Într-un model P2P, jucătorii își partajează direct informațiile. Acest lucru face sistemul mai vulnerabil la atacuri, cum ar fi </a:t>
            </a:r>
            <a:r>
              <a:rPr lang="ro-RO" sz="1600" b="0" i="0" dirty="0" err="1">
                <a:effectLst/>
                <a:latin typeface="gg sans"/>
              </a:rPr>
              <a:t>hacking</a:t>
            </a:r>
            <a:r>
              <a:rPr lang="ro-RO" sz="1600" b="0" i="0" dirty="0">
                <a:effectLst/>
                <a:latin typeface="gg sans"/>
              </a:rPr>
              <a:t>, </a:t>
            </a:r>
            <a:r>
              <a:rPr lang="ro-RO" sz="1600" b="0" i="0" dirty="0" err="1">
                <a:effectLst/>
                <a:latin typeface="gg sans"/>
              </a:rPr>
              <a:t>cheating</a:t>
            </a:r>
            <a:r>
              <a:rPr lang="ro-RO" sz="1600" b="0" i="0" dirty="0">
                <a:effectLst/>
                <a:latin typeface="gg sans"/>
              </a:rPr>
              <a:t> sau interceptarea datelor (ex. IP-ul fiecărui jucător poate fi expus). Lipsa unui server central poate îngreuna implementarea protecțiilor avansate împotriva utilizatorilor rău intenționați.</a:t>
            </a:r>
          </a:p>
          <a:p>
            <a:pPr marL="342900" indent="-342900" algn="l">
              <a:buFont typeface="Courier New" panose="02070309020205020404" pitchFamily="49" charset="0"/>
              <a:buChar char="o"/>
            </a:pPr>
            <a:r>
              <a:rPr lang="ro-RO" sz="1600" b="1" i="0" dirty="0">
                <a:effectLst/>
                <a:latin typeface="gg sans"/>
              </a:rPr>
              <a:t>Dependența de Conexiunile Gazdelor</a:t>
            </a:r>
            <a:r>
              <a:rPr lang="ro-RO" sz="1600" b="0" i="0" dirty="0">
                <a:effectLst/>
                <a:latin typeface="gg sans"/>
              </a:rPr>
              <a:t>:</a:t>
            </a:r>
            <a:r>
              <a:rPr lang="ro-RO" sz="1600" dirty="0">
                <a:latin typeface="gg sans"/>
              </a:rPr>
              <a:t> </a:t>
            </a:r>
            <a:r>
              <a:rPr lang="ro-RO" sz="1600" b="0" i="0" dirty="0">
                <a:effectLst/>
                <a:latin typeface="gg sans"/>
              </a:rPr>
              <a:t>În multe cazuri, un jucător funcționează ca gazdă principală, iar performanța rețelei depinde de conexiunea sa. Dacă gazda are o latență ridicată sau părăsește sesiunea, jocul poate fi întrerupt sau afectat pentru toți ceilalți jucători.</a:t>
            </a:r>
            <a:endParaRPr lang="ro-RO" sz="1600" dirty="0">
              <a:latin typeface="gg sans"/>
            </a:endParaRPr>
          </a:p>
          <a:p>
            <a:pPr marL="342900" indent="-342900" algn="l">
              <a:buFont typeface="Courier New" panose="02070309020205020404" pitchFamily="49" charset="0"/>
              <a:buChar char="o"/>
            </a:pPr>
            <a:r>
              <a:rPr lang="ro-RO" sz="1600" b="1" i="0" dirty="0">
                <a:effectLst/>
                <a:latin typeface="gg sans"/>
              </a:rPr>
              <a:t>Lipsa unei Autorități Centrale</a:t>
            </a:r>
            <a:r>
              <a:rPr lang="ro-RO" sz="1600" b="0" i="0" dirty="0">
                <a:effectLst/>
                <a:latin typeface="gg sans"/>
              </a:rPr>
              <a:t>: Fără un server central care să controleze starea jocului, poate fi dificil să se mențină corectitudinea. În jocurile P2P, este mai ușor pentru un jucător să trișeze, deoarece gazda poate manipula datele (ex. viteza, sănătatea, scorurile).</a:t>
            </a:r>
          </a:p>
          <a:p>
            <a:pPr marL="342900" indent="-342900" algn="l">
              <a:buFont typeface="Courier New" panose="02070309020205020404" pitchFamily="49" charset="0"/>
              <a:buChar char="o"/>
            </a:pPr>
            <a:r>
              <a:rPr lang="it-IT" sz="1600" b="1" i="0" dirty="0">
                <a:effectLst/>
                <a:latin typeface="gg sans"/>
              </a:rPr>
              <a:t>Probleme de Scalabilitate în Rețele Mari</a:t>
            </a:r>
            <a:r>
              <a:rPr lang="it-IT" sz="1600" b="0" i="0" dirty="0">
                <a:effectLst/>
                <a:latin typeface="gg sans"/>
              </a:rPr>
              <a:t>:</a:t>
            </a:r>
            <a:r>
              <a:rPr lang="ro-RO" sz="1600" dirty="0">
                <a:latin typeface="gg sans"/>
              </a:rPr>
              <a:t> </a:t>
            </a:r>
            <a:r>
              <a:rPr lang="ro-RO" sz="1600" b="0" i="0" dirty="0">
                <a:effectLst/>
                <a:latin typeface="gg sans"/>
              </a:rPr>
              <a:t>Deși P2P se descurcă bine cu un număr moderat de jucători, performanța poate scădea în rețele foarte mari din cauza creșterii traficului și a complexității sincronizării. Acest lucru limitează utilizarea modelului pentru jocurile de masă.</a:t>
            </a:r>
          </a:p>
          <a:p>
            <a:pPr marL="0" lvl="0" indent="0" algn="l" rtl="0">
              <a:spcBef>
                <a:spcPts val="0"/>
              </a:spcBef>
              <a:spcAft>
                <a:spcPts val="0"/>
              </a:spcAft>
              <a:buNone/>
            </a:pPr>
            <a:endParaRPr lang="ro-RO" sz="2000" dirty="0"/>
          </a:p>
        </p:txBody>
      </p:sp>
    </p:spTree>
    <p:extLst>
      <p:ext uri="{BB962C8B-B14F-4D97-AF65-F5344CB8AC3E}">
        <p14:creationId xmlns:p14="http://schemas.microsoft.com/office/powerpoint/2010/main" val="30801013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2341149" y="2166794"/>
            <a:ext cx="4279108" cy="187971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ro-RO" sz="4700" dirty="0" err="1"/>
              <a:t>Mesh</a:t>
            </a:r>
            <a:r>
              <a:rPr lang="ro-RO" sz="4700" dirty="0"/>
              <a:t> </a:t>
            </a:r>
            <a:r>
              <a:rPr lang="ro-RO" sz="4700" dirty="0" err="1"/>
              <a:t>Multiplayer</a:t>
            </a:r>
            <a:r>
              <a:rPr lang="ro-RO" sz="4700" dirty="0"/>
              <a:t> </a:t>
            </a:r>
            <a:r>
              <a:rPr lang="ro-RO" sz="4700" dirty="0" err="1"/>
              <a:t>Gaming</a:t>
            </a:r>
            <a:endParaRPr sz="4700" dirty="0"/>
          </a:p>
        </p:txBody>
      </p:sp>
      <p:sp>
        <p:nvSpPr>
          <p:cNvPr id="2156" name="Google Shape;2156;p38"/>
          <p:cNvSpPr txBox="1">
            <a:spLocks noGrp="1"/>
          </p:cNvSpPr>
          <p:nvPr>
            <p:ph type="title" idx="2"/>
          </p:nvPr>
        </p:nvSpPr>
        <p:spPr>
          <a:xfrm>
            <a:off x="2941752" y="1096994"/>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ro-RO" dirty="0"/>
              <a:t>06</a:t>
            </a:r>
            <a:endParaRPr dirty="0"/>
          </a:p>
        </p:txBody>
      </p:sp>
    </p:spTree>
    <p:extLst>
      <p:ext uri="{BB962C8B-B14F-4D97-AF65-F5344CB8AC3E}">
        <p14:creationId xmlns:p14="http://schemas.microsoft.com/office/powerpoint/2010/main" val="6072246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82">
          <a:extLst>
            <a:ext uri="{FF2B5EF4-FFF2-40B4-BE49-F238E27FC236}">
              <a16:creationId xmlns:a16="http://schemas.microsoft.com/office/drawing/2014/main" id="{A8660C17-819B-2207-30F5-2766BA7A9956}"/>
            </a:ext>
          </a:extLst>
        </p:cNvPr>
        <p:cNvGrpSpPr/>
        <p:nvPr/>
      </p:nvGrpSpPr>
      <p:grpSpPr>
        <a:xfrm>
          <a:off x="0" y="0"/>
          <a:ext cx="0" cy="0"/>
          <a:chOff x="0" y="0"/>
          <a:chExt cx="0" cy="0"/>
        </a:xfrm>
      </p:grpSpPr>
      <p:sp>
        <p:nvSpPr>
          <p:cNvPr id="2195" name="Google Shape;2195;p40">
            <a:extLst>
              <a:ext uri="{FF2B5EF4-FFF2-40B4-BE49-F238E27FC236}">
                <a16:creationId xmlns:a16="http://schemas.microsoft.com/office/drawing/2014/main" id="{FD2849DD-23BD-9A46-13BE-971B0193B6EE}"/>
              </a:ext>
            </a:extLst>
          </p:cNvPr>
          <p:cNvSpPr txBox="1">
            <a:spLocks noGrp="1"/>
          </p:cNvSpPr>
          <p:nvPr>
            <p:ph type="title"/>
          </p:nvPr>
        </p:nvSpPr>
        <p:spPr>
          <a:xfrm>
            <a:off x="668274" y="97536"/>
            <a:ext cx="7616982" cy="594300"/>
          </a:xfrm>
          <a:prstGeom prst="rect">
            <a:avLst/>
          </a:prstGeom>
        </p:spPr>
        <p:txBody>
          <a:bodyPr spcFirstLastPara="1" wrap="square" lIns="91425" tIns="91425" rIns="91425" bIns="91425" anchor="t" anchorCtr="0">
            <a:noAutofit/>
          </a:bodyPr>
          <a:lstStyle/>
          <a:p>
            <a:pPr algn="l"/>
            <a:r>
              <a:rPr lang="en-US" b="1" i="0" dirty="0">
                <a:solidFill>
                  <a:srgbClr val="242424"/>
                </a:solidFill>
                <a:effectLst/>
                <a:latin typeface="Fjalla One" panose="02000506040000020004" pitchFamily="2" charset="0"/>
              </a:rPr>
              <a:t>Mesh Multiplayer Gaming</a:t>
            </a:r>
            <a:r>
              <a:rPr lang="ro-RO" b="1" dirty="0">
                <a:solidFill>
                  <a:srgbClr val="242424"/>
                </a:solidFill>
                <a:latin typeface="Fjalla One" panose="02000506040000020004" pitchFamily="2" charset="0"/>
              </a:rPr>
              <a:t>: </a:t>
            </a:r>
            <a:r>
              <a:rPr lang="ro-RO" b="1" i="0" dirty="0" err="1">
                <a:solidFill>
                  <a:srgbClr val="242424"/>
                </a:solidFill>
                <a:effectLst/>
                <a:latin typeface="Fjalla One" panose="02000506040000020004" pitchFamily="2" charset="0"/>
              </a:rPr>
              <a:t>Tashi</a:t>
            </a:r>
            <a:r>
              <a:rPr lang="ro-RO" b="1" i="0" dirty="0">
                <a:solidFill>
                  <a:srgbClr val="242424"/>
                </a:solidFill>
                <a:effectLst/>
                <a:latin typeface="Fjalla One" panose="02000506040000020004" pitchFamily="2" charset="0"/>
              </a:rPr>
              <a:t> </a:t>
            </a:r>
            <a:r>
              <a:rPr lang="ro-RO" b="1" i="0" dirty="0" err="1">
                <a:solidFill>
                  <a:srgbClr val="242424"/>
                </a:solidFill>
                <a:effectLst/>
                <a:latin typeface="Fjalla One" panose="02000506040000020004" pitchFamily="2" charset="0"/>
              </a:rPr>
              <a:t>Gaming’s</a:t>
            </a:r>
            <a:r>
              <a:rPr lang="ro-RO" b="1" i="0" dirty="0">
                <a:solidFill>
                  <a:srgbClr val="242424"/>
                </a:solidFill>
                <a:effectLst/>
                <a:latin typeface="Fjalla One" panose="02000506040000020004" pitchFamily="2" charset="0"/>
              </a:rPr>
              <a:t> </a:t>
            </a:r>
            <a:r>
              <a:rPr lang="ro-RO" b="1" i="0" dirty="0" err="1">
                <a:solidFill>
                  <a:srgbClr val="242424"/>
                </a:solidFill>
                <a:effectLst/>
                <a:latin typeface="Fjalla One" panose="02000506040000020004" pitchFamily="2" charset="0"/>
              </a:rPr>
              <a:t>Approach</a:t>
            </a:r>
            <a:br>
              <a:rPr lang="en-US" b="1" i="0" dirty="0">
                <a:solidFill>
                  <a:srgbClr val="242424"/>
                </a:solidFill>
                <a:effectLst/>
                <a:latin typeface="sohne"/>
              </a:rPr>
            </a:br>
            <a:endParaRPr dirty="0"/>
          </a:p>
        </p:txBody>
      </p:sp>
      <p:sp>
        <p:nvSpPr>
          <p:cNvPr id="2" name="AutoShape 2" descr="Image">
            <a:extLst>
              <a:ext uri="{FF2B5EF4-FFF2-40B4-BE49-F238E27FC236}">
                <a16:creationId xmlns:a16="http://schemas.microsoft.com/office/drawing/2014/main" id="{3EF0B71D-D6E2-7E1A-9B89-869E9F04A31B}"/>
              </a:ext>
            </a:extLst>
          </p:cNvPr>
          <p:cNvSpPr>
            <a:spLocks noChangeAspect="1" noChangeArrowheads="1"/>
          </p:cNvSpPr>
          <p:nvPr/>
        </p:nvSpPr>
        <p:spPr bwMode="auto">
          <a:xfrm>
            <a:off x="4419600" y="241935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o-RO"/>
          </a:p>
        </p:txBody>
      </p:sp>
      <p:sp>
        <p:nvSpPr>
          <p:cNvPr id="6" name="Google Shape;2197;p40">
            <a:extLst>
              <a:ext uri="{FF2B5EF4-FFF2-40B4-BE49-F238E27FC236}">
                <a16:creationId xmlns:a16="http://schemas.microsoft.com/office/drawing/2014/main" id="{EC433EE8-78D0-A797-AF0A-547A27B728A7}"/>
              </a:ext>
            </a:extLst>
          </p:cNvPr>
          <p:cNvSpPr txBox="1">
            <a:spLocks/>
          </p:cNvSpPr>
          <p:nvPr/>
        </p:nvSpPr>
        <p:spPr>
          <a:xfrm>
            <a:off x="668274" y="741437"/>
            <a:ext cx="7616982" cy="335582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1pPr>
            <a:lvl2pPr marR="0" lvl="1" algn="ctr"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2pPr>
            <a:lvl3pPr marR="0" lvl="2" algn="ctr"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3pPr>
            <a:lvl4pPr marR="0" lvl="3" algn="ctr"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4pPr>
            <a:lvl5pPr marR="0" lvl="4" algn="ctr"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5pPr>
            <a:lvl6pPr marR="0" lvl="5" algn="ctr"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6pPr>
            <a:lvl7pPr marR="0" lvl="6" algn="ctr"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7pPr>
            <a:lvl8pPr marR="0" lvl="7" algn="ctr"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8pPr>
            <a:lvl9pPr marR="0" lvl="8" algn="ctr" rtl="0">
              <a:lnSpc>
                <a:spcPct val="100000"/>
              </a:lnSpc>
              <a:spcBef>
                <a:spcPts val="0"/>
              </a:spcBef>
              <a:spcAft>
                <a:spcPts val="0"/>
              </a:spcAft>
              <a:buClr>
                <a:srgbClr val="000000"/>
              </a:buClr>
              <a:buFont typeface="Arial"/>
              <a:buNone/>
              <a:defRPr sz="1800" b="0" i="0" u="none" strike="noStrike" cap="none">
                <a:solidFill>
                  <a:schemeClr val="accent1"/>
                </a:solidFill>
                <a:latin typeface="Barlow Semi Condensed Medium"/>
                <a:ea typeface="Barlow Semi Condensed Medium"/>
                <a:cs typeface="Barlow Semi Condensed Medium"/>
                <a:sym typeface="Barlow Semi Condensed Medium"/>
              </a:defRPr>
            </a:lvl9pPr>
          </a:lstStyle>
          <a:p>
            <a:pPr marL="285750" indent="-285750" algn="l">
              <a:buFont typeface="Courier New" panose="02070309020205020404" pitchFamily="49" charset="0"/>
              <a:buChar char="o"/>
            </a:pPr>
            <a:r>
              <a:rPr lang="ro-RO" b="1" dirty="0">
                <a:latin typeface="gg sans"/>
              </a:rPr>
              <a:t>Ce este </a:t>
            </a:r>
            <a:r>
              <a:rPr lang="ro-RO" b="1" dirty="0" err="1">
                <a:latin typeface="gg sans"/>
              </a:rPr>
              <a:t>Mesh</a:t>
            </a:r>
            <a:r>
              <a:rPr lang="ro-RO" b="1" dirty="0">
                <a:latin typeface="gg sans"/>
              </a:rPr>
              <a:t> </a:t>
            </a:r>
            <a:r>
              <a:rPr lang="ro-RO" b="1" dirty="0" err="1">
                <a:latin typeface="gg sans"/>
              </a:rPr>
              <a:t>Multiplayer</a:t>
            </a:r>
            <a:r>
              <a:rPr lang="ro-RO" b="1" dirty="0">
                <a:latin typeface="gg sans"/>
              </a:rPr>
              <a:t> ?</a:t>
            </a:r>
          </a:p>
          <a:p>
            <a:pPr algn="l" fontAlgn="base">
              <a:spcBef>
                <a:spcPts val="300"/>
              </a:spcBef>
              <a:spcAft>
                <a:spcPts val="300"/>
              </a:spcAft>
            </a:pPr>
            <a:r>
              <a:rPr lang="ro-RO" sz="1600" b="0" i="0" dirty="0">
                <a:effectLst/>
                <a:latin typeface="gg sans"/>
              </a:rPr>
              <a:t>În rețelele </a:t>
            </a:r>
            <a:r>
              <a:rPr lang="ro-RO" sz="1600" b="1" i="0" dirty="0" err="1">
                <a:effectLst/>
                <a:latin typeface="gg sans"/>
              </a:rPr>
              <a:t>Mesh</a:t>
            </a:r>
            <a:r>
              <a:rPr lang="ro-RO" sz="1600" b="1" i="0" dirty="0">
                <a:effectLst/>
                <a:latin typeface="gg sans"/>
              </a:rPr>
              <a:t> </a:t>
            </a:r>
            <a:r>
              <a:rPr lang="ro-RO" sz="1600" b="1" i="0" dirty="0" err="1">
                <a:effectLst/>
                <a:latin typeface="gg sans"/>
              </a:rPr>
              <a:t>Multiplayer</a:t>
            </a:r>
            <a:r>
              <a:rPr lang="ro-RO" sz="1600" b="0" i="0" dirty="0">
                <a:effectLst/>
                <a:latin typeface="gg sans"/>
              </a:rPr>
              <a:t>, fiecare jucător acționează ca un nod conectat direct la ceilalți participanți.</a:t>
            </a:r>
          </a:p>
          <a:p>
            <a:pPr algn="l" fontAlgn="base">
              <a:spcBef>
                <a:spcPts val="300"/>
              </a:spcBef>
              <a:spcAft>
                <a:spcPts val="300"/>
              </a:spcAft>
            </a:pPr>
            <a:r>
              <a:rPr lang="ro-RO" sz="1600" b="0" i="0" dirty="0">
                <a:effectLst/>
                <a:latin typeface="gg sans"/>
              </a:rPr>
              <a:t>Această abordare permite o comunicare directă între jucători, eliminând serverele centralizate, similare unui sistem </a:t>
            </a:r>
            <a:r>
              <a:rPr lang="ro-RO" sz="1600" b="1" i="0" dirty="0" err="1">
                <a:effectLst/>
                <a:latin typeface="gg sans"/>
              </a:rPr>
              <a:t>peer-to-peer</a:t>
            </a:r>
            <a:r>
              <a:rPr lang="ro-RO" sz="1600" b="0" i="0" dirty="0">
                <a:effectLst/>
                <a:latin typeface="gg sans"/>
              </a:rPr>
              <a:t>, dar cu mai multe rute de comunicare.</a:t>
            </a:r>
          </a:p>
          <a:p>
            <a:pPr marL="285750" indent="-285750" algn="l" fontAlgn="base">
              <a:spcBef>
                <a:spcPts val="300"/>
              </a:spcBef>
              <a:spcAft>
                <a:spcPts val="300"/>
              </a:spcAft>
              <a:buFont typeface="Courier New" panose="02070309020205020404" pitchFamily="49" charset="0"/>
              <a:buChar char="o"/>
            </a:pPr>
            <a:r>
              <a:rPr lang="ro-RO" b="1" dirty="0">
                <a:latin typeface="gg sans"/>
              </a:rPr>
              <a:t>Abordarea </a:t>
            </a:r>
            <a:r>
              <a:rPr lang="ro-RO" b="1" dirty="0" err="1">
                <a:latin typeface="gg sans"/>
              </a:rPr>
              <a:t>Tashi</a:t>
            </a:r>
            <a:r>
              <a:rPr lang="ro-RO" b="1" dirty="0">
                <a:latin typeface="gg sans"/>
              </a:rPr>
              <a:t> </a:t>
            </a:r>
            <a:r>
              <a:rPr lang="ro-RO" b="1" dirty="0" err="1">
                <a:latin typeface="gg sans"/>
              </a:rPr>
              <a:t>Gaming</a:t>
            </a:r>
            <a:endParaRPr lang="ro-RO" b="1" dirty="0">
              <a:latin typeface="gg sans"/>
            </a:endParaRPr>
          </a:p>
          <a:p>
            <a:pPr algn="l" fontAlgn="base">
              <a:spcBef>
                <a:spcPts val="300"/>
              </a:spcBef>
              <a:spcAft>
                <a:spcPts val="300"/>
              </a:spcAft>
            </a:pPr>
            <a:r>
              <a:rPr lang="ro-RO" sz="1600" b="1" i="0" dirty="0">
                <a:effectLst/>
                <a:latin typeface="gg sans"/>
              </a:rPr>
              <a:t>Decentralizare</a:t>
            </a:r>
            <a:r>
              <a:rPr lang="ro-RO" sz="1600" b="0" i="0" dirty="0">
                <a:effectLst/>
                <a:latin typeface="gg sans"/>
              </a:rPr>
              <a:t>: </a:t>
            </a:r>
            <a:r>
              <a:rPr lang="ro-RO" sz="1600" b="0" i="0" dirty="0" err="1">
                <a:effectLst/>
                <a:latin typeface="gg sans"/>
              </a:rPr>
              <a:t>Tashi</a:t>
            </a:r>
            <a:r>
              <a:rPr lang="ro-RO" sz="1600" b="0" i="0" dirty="0">
                <a:effectLst/>
                <a:latin typeface="gg sans"/>
              </a:rPr>
              <a:t> </a:t>
            </a:r>
            <a:r>
              <a:rPr lang="ro-RO" sz="1600" b="0" i="0" dirty="0" err="1">
                <a:effectLst/>
                <a:latin typeface="gg sans"/>
              </a:rPr>
              <a:t>Gaming</a:t>
            </a:r>
            <a:r>
              <a:rPr lang="ro-RO" sz="1600" b="0" i="0" dirty="0">
                <a:effectLst/>
                <a:latin typeface="gg sans"/>
              </a:rPr>
              <a:t> adoptă o structură </a:t>
            </a:r>
            <a:r>
              <a:rPr lang="ro-RO" sz="1600" b="1" i="0" dirty="0" err="1">
                <a:effectLst/>
                <a:latin typeface="gg sans"/>
              </a:rPr>
              <a:t>mesh</a:t>
            </a:r>
            <a:r>
              <a:rPr lang="ro-RO" sz="1600" b="0" i="0" dirty="0">
                <a:effectLst/>
                <a:latin typeface="gg sans"/>
              </a:rPr>
              <a:t> care optimizează latenta și crește reziliența jocurilor, permițând conectarea jucătorilor din diferite colțuri ale lumii fără servere centrale.</a:t>
            </a:r>
          </a:p>
          <a:p>
            <a:pPr algn="l" fontAlgn="base">
              <a:spcBef>
                <a:spcPts val="300"/>
              </a:spcBef>
              <a:spcAft>
                <a:spcPts val="300"/>
              </a:spcAft>
            </a:pPr>
            <a:r>
              <a:rPr lang="ro-RO" sz="1600" b="1" i="0" dirty="0" err="1">
                <a:effectLst/>
                <a:latin typeface="gg sans"/>
              </a:rPr>
              <a:t>Scalabilitate</a:t>
            </a:r>
            <a:r>
              <a:rPr lang="ro-RO" sz="1600" b="0" i="0" dirty="0">
                <a:effectLst/>
                <a:latin typeface="gg sans"/>
              </a:rPr>
              <a:t>: Pe măsură ce numărul de jucători crește, rețeaua </a:t>
            </a:r>
            <a:r>
              <a:rPr lang="ro-RO" sz="1600" b="1" i="0" dirty="0" err="1">
                <a:effectLst/>
                <a:latin typeface="gg sans"/>
              </a:rPr>
              <a:t>mesh</a:t>
            </a:r>
            <a:r>
              <a:rPr lang="ro-RO" sz="1600" b="0" i="0" dirty="0">
                <a:effectLst/>
                <a:latin typeface="gg sans"/>
              </a:rPr>
              <a:t> se adaptează rapid, asigurând o performanță constantă chiar și la o gamă largă de participanți.</a:t>
            </a:r>
          </a:p>
          <a:p>
            <a:pPr algn="l" fontAlgn="base">
              <a:spcBef>
                <a:spcPts val="300"/>
              </a:spcBef>
              <a:spcAft>
                <a:spcPts val="300"/>
              </a:spcAft>
            </a:pPr>
            <a:r>
              <a:rPr lang="ro-RO" sz="1600" b="1" i="0" dirty="0">
                <a:effectLst/>
                <a:latin typeface="gg sans"/>
              </a:rPr>
              <a:t>Fiabilitate</a:t>
            </a:r>
            <a:r>
              <a:rPr lang="ro-RO" sz="1600" b="0" i="0" dirty="0">
                <a:effectLst/>
                <a:latin typeface="gg sans"/>
              </a:rPr>
              <a:t>: Designul </a:t>
            </a:r>
            <a:r>
              <a:rPr lang="ro-RO" sz="1600" b="0" i="0" dirty="0" err="1">
                <a:effectLst/>
                <a:latin typeface="gg sans"/>
              </a:rPr>
              <a:t>mesh</a:t>
            </a:r>
            <a:r>
              <a:rPr lang="ro-RO" sz="1600" b="0" i="0" dirty="0">
                <a:effectLst/>
                <a:latin typeface="gg sans"/>
              </a:rPr>
              <a:t> face ca rețeaua să fie mai puțin vulnerabilă la prăbușiri sau atacuri, deoarece fiecare jucător este direct conectat la ceilalți.</a:t>
            </a:r>
          </a:p>
          <a:p>
            <a:pPr algn="l" fontAlgn="base">
              <a:spcBef>
                <a:spcPts val="300"/>
              </a:spcBef>
              <a:spcAft>
                <a:spcPts val="300"/>
              </a:spcAft>
            </a:pPr>
            <a:endParaRPr lang="ro-RO" sz="1600" b="0" i="0" dirty="0">
              <a:effectLst/>
              <a:latin typeface="gg sans"/>
            </a:endParaRPr>
          </a:p>
          <a:p>
            <a:pPr algn="l"/>
            <a:endParaRPr lang="ro-RO" sz="1600" b="1" dirty="0">
              <a:latin typeface="gg sans"/>
            </a:endParaRPr>
          </a:p>
        </p:txBody>
      </p:sp>
    </p:spTree>
    <p:extLst>
      <p:ext uri="{BB962C8B-B14F-4D97-AF65-F5344CB8AC3E}">
        <p14:creationId xmlns:p14="http://schemas.microsoft.com/office/powerpoint/2010/main" val="42557950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2121692" y="2166794"/>
            <a:ext cx="4607719" cy="174174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ro-RO" sz="4700" dirty="0"/>
              <a:t>Studiu de caz</a:t>
            </a:r>
            <a:endParaRPr sz="4700" dirty="0"/>
          </a:p>
        </p:txBody>
      </p:sp>
      <p:sp>
        <p:nvSpPr>
          <p:cNvPr id="2156" name="Google Shape;2156;p38"/>
          <p:cNvSpPr txBox="1">
            <a:spLocks noGrp="1"/>
          </p:cNvSpPr>
          <p:nvPr>
            <p:ph type="title" idx="2"/>
          </p:nvPr>
        </p:nvSpPr>
        <p:spPr>
          <a:xfrm>
            <a:off x="2941752" y="1096994"/>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ro-RO" dirty="0"/>
              <a:t>07</a:t>
            </a:r>
            <a:endParaRPr dirty="0"/>
          </a:p>
        </p:txBody>
      </p:sp>
    </p:spTree>
    <p:extLst>
      <p:ext uri="{BB962C8B-B14F-4D97-AF65-F5344CB8AC3E}">
        <p14:creationId xmlns:p14="http://schemas.microsoft.com/office/powerpoint/2010/main" val="42265742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6D98F-78DD-3CE7-2F2D-8C23F605E26A}"/>
              </a:ext>
            </a:extLst>
          </p:cNvPr>
          <p:cNvSpPr>
            <a:spLocks noGrp="1"/>
          </p:cNvSpPr>
          <p:nvPr>
            <p:ph type="title"/>
          </p:nvPr>
        </p:nvSpPr>
        <p:spPr>
          <a:xfrm>
            <a:off x="1266450" y="97710"/>
            <a:ext cx="6611100" cy="548700"/>
          </a:xfrm>
        </p:spPr>
        <p:txBody>
          <a:bodyPr/>
          <a:lstStyle/>
          <a:p>
            <a:r>
              <a:rPr lang="ro-RO" dirty="0" err="1"/>
              <a:t>Dark</a:t>
            </a:r>
            <a:r>
              <a:rPr lang="ro-RO" dirty="0"/>
              <a:t> </a:t>
            </a:r>
            <a:r>
              <a:rPr lang="ro-RO" dirty="0" err="1"/>
              <a:t>Souls</a:t>
            </a:r>
            <a:endParaRPr lang="en-US" dirty="0"/>
          </a:p>
        </p:txBody>
      </p:sp>
      <p:sp>
        <p:nvSpPr>
          <p:cNvPr id="3" name="Subtitle 2">
            <a:extLst>
              <a:ext uri="{FF2B5EF4-FFF2-40B4-BE49-F238E27FC236}">
                <a16:creationId xmlns:a16="http://schemas.microsoft.com/office/drawing/2014/main" id="{F5A6A853-483A-4B62-779F-3D70B7B0835E}"/>
              </a:ext>
            </a:extLst>
          </p:cNvPr>
          <p:cNvSpPr>
            <a:spLocks noGrp="1"/>
          </p:cNvSpPr>
          <p:nvPr>
            <p:ph type="subTitle" idx="1"/>
          </p:nvPr>
        </p:nvSpPr>
        <p:spPr>
          <a:xfrm>
            <a:off x="3523488" y="793624"/>
            <a:ext cx="5071872" cy="4136825"/>
          </a:xfrm>
        </p:spPr>
        <p:txBody>
          <a:bodyPr/>
          <a:lstStyle/>
          <a:p>
            <a:pPr marL="285750" indent="-285750">
              <a:buFont typeface="Arial" panose="020B0604020202020204" pitchFamily="34" charset="0"/>
              <a:buChar char="•"/>
            </a:pPr>
            <a:r>
              <a:rPr lang="ro-RO" sz="1500" b="0" i="0" dirty="0">
                <a:effectLst/>
                <a:latin typeface="gg sans"/>
              </a:rPr>
              <a:t>Jocurile din seria </a:t>
            </a:r>
            <a:r>
              <a:rPr lang="ro-RO" sz="1500" b="0" i="0" dirty="0" err="1">
                <a:effectLst/>
                <a:latin typeface="gg sans"/>
              </a:rPr>
              <a:t>Dark</a:t>
            </a:r>
            <a:r>
              <a:rPr lang="ro-RO" sz="1500" b="0" i="0" dirty="0">
                <a:effectLst/>
                <a:latin typeface="gg sans"/>
              </a:rPr>
              <a:t> </a:t>
            </a:r>
            <a:r>
              <a:rPr lang="ro-RO" sz="1500" b="0" i="0" dirty="0" err="1">
                <a:effectLst/>
                <a:latin typeface="gg sans"/>
              </a:rPr>
              <a:t>Souls</a:t>
            </a:r>
            <a:r>
              <a:rPr lang="ro-RO" sz="1500" b="0" i="0" dirty="0">
                <a:effectLst/>
                <a:latin typeface="gg sans"/>
              </a:rPr>
              <a:t>, dezvoltate de </a:t>
            </a:r>
            <a:r>
              <a:rPr lang="ro-RO" sz="1500" b="0" i="0" dirty="0" err="1">
                <a:effectLst/>
                <a:latin typeface="gg sans"/>
              </a:rPr>
              <a:t>FromSoftware</a:t>
            </a:r>
            <a:r>
              <a:rPr lang="ro-RO" sz="1500" b="0" i="0" dirty="0">
                <a:effectLst/>
                <a:latin typeface="gg sans"/>
              </a:rPr>
              <a:t>, folosesc o abordare Peer-</a:t>
            </a:r>
            <a:r>
              <a:rPr lang="ro-RO" sz="1500" b="0" i="0" dirty="0" err="1">
                <a:effectLst/>
                <a:latin typeface="gg sans"/>
              </a:rPr>
              <a:t>to</a:t>
            </a:r>
            <a:r>
              <a:rPr lang="ro-RO" sz="1500" b="0" i="0" dirty="0">
                <a:effectLst/>
                <a:latin typeface="gg sans"/>
              </a:rPr>
              <a:t>-Peer (P2P) pentru componentele </a:t>
            </a:r>
            <a:r>
              <a:rPr lang="ro-RO" sz="1500" b="0" i="0" dirty="0" err="1">
                <a:effectLst/>
                <a:latin typeface="gg sans"/>
              </a:rPr>
              <a:t>multiplayer</a:t>
            </a:r>
            <a:r>
              <a:rPr lang="ro-RO" sz="1500" b="0" i="0" dirty="0">
                <a:effectLst/>
                <a:latin typeface="gg sans"/>
              </a:rPr>
              <a:t>, cum ar fi invaziile, </a:t>
            </a:r>
            <a:r>
              <a:rPr lang="ro-RO" sz="1500" b="0" i="0" dirty="0" err="1">
                <a:effectLst/>
                <a:latin typeface="gg sans"/>
              </a:rPr>
              <a:t>co-op-ul</a:t>
            </a:r>
            <a:r>
              <a:rPr lang="ro-RO" sz="1500" b="0" i="0" dirty="0">
                <a:effectLst/>
                <a:latin typeface="gg sans"/>
              </a:rPr>
              <a:t> și duelurile </a:t>
            </a:r>
            <a:r>
              <a:rPr lang="ro-RO" sz="1500" b="0" i="0" dirty="0" err="1">
                <a:effectLst/>
                <a:latin typeface="gg sans"/>
              </a:rPr>
              <a:t>PvP</a:t>
            </a:r>
            <a:r>
              <a:rPr lang="ro-RO" sz="1500" b="0" i="0" dirty="0">
                <a:effectLst/>
                <a:latin typeface="gg sans"/>
              </a:rPr>
              <a:t>. </a:t>
            </a:r>
          </a:p>
          <a:p>
            <a:pPr marL="285750" indent="-285750">
              <a:buFont typeface="Arial" panose="020B0604020202020204" pitchFamily="34" charset="0"/>
              <a:buChar char="•"/>
            </a:pPr>
            <a:r>
              <a:rPr lang="ro-RO" sz="1500" b="0" i="0" dirty="0">
                <a:effectLst/>
                <a:latin typeface="gg sans"/>
              </a:rPr>
              <a:t>Când un jucător încearcă să se conecteze (prin plasarea unui semn de invocare, invadare sau alte interacțiuni </a:t>
            </a:r>
            <a:r>
              <a:rPr lang="ro-RO" sz="1500" b="0" i="0" dirty="0" err="1">
                <a:effectLst/>
                <a:latin typeface="gg sans"/>
              </a:rPr>
              <a:t>multiplayer</a:t>
            </a:r>
            <a:r>
              <a:rPr lang="ro-RO" sz="1500" b="0" i="0" dirty="0">
                <a:effectLst/>
                <a:latin typeface="gg sans"/>
              </a:rPr>
              <a:t>), sistemul selectează un </a:t>
            </a:r>
            <a:r>
              <a:rPr lang="ro-RO" sz="1500" b="0" i="0" dirty="0" err="1">
                <a:effectLst/>
                <a:latin typeface="gg sans"/>
              </a:rPr>
              <a:t>peer</a:t>
            </a:r>
            <a:r>
              <a:rPr lang="ro-RO" sz="1500" b="0" i="0" dirty="0">
                <a:effectLst/>
                <a:latin typeface="gg sans"/>
              </a:rPr>
              <a:t> compatibil în funcție de criterii precum nivelul de joc, locația în joc și latența rețelei.</a:t>
            </a:r>
          </a:p>
          <a:p>
            <a:pPr marL="285750" indent="-285750">
              <a:buFont typeface="Arial" panose="020B0604020202020204" pitchFamily="34" charset="0"/>
              <a:buChar char="•"/>
            </a:pPr>
            <a:r>
              <a:rPr lang="ro-RO" sz="1500" b="0" i="0" dirty="0">
                <a:effectLst/>
                <a:latin typeface="gg sans"/>
              </a:rPr>
              <a:t>Fiecare jucător trimite și primește informații despre poziția personajului, acțiuni, daune și alte elemente de </a:t>
            </a:r>
            <a:r>
              <a:rPr lang="ro-RO" sz="1500" b="0" i="0" dirty="0" err="1">
                <a:effectLst/>
                <a:latin typeface="gg sans"/>
              </a:rPr>
              <a:t>gameplay</a:t>
            </a:r>
            <a:r>
              <a:rPr lang="ro-RO" sz="1500" b="0" i="0" dirty="0">
                <a:effectLst/>
                <a:latin typeface="gg sans"/>
              </a:rPr>
              <a:t>.</a:t>
            </a:r>
          </a:p>
          <a:p>
            <a:pPr marL="285750" indent="-285750">
              <a:buFont typeface="Arial" panose="020B0604020202020204" pitchFamily="34" charset="0"/>
              <a:buChar char="•"/>
            </a:pPr>
            <a:r>
              <a:rPr lang="ro-RO" sz="1500" b="0" i="0" dirty="0">
                <a:effectLst/>
                <a:latin typeface="gg sans"/>
              </a:rPr>
              <a:t>Dacă un jucător (</a:t>
            </a:r>
            <a:r>
              <a:rPr lang="ro-RO" sz="1500" b="0" i="0" dirty="0" err="1">
                <a:effectLst/>
                <a:latin typeface="gg sans"/>
              </a:rPr>
              <a:t>peer</a:t>
            </a:r>
            <a:r>
              <a:rPr lang="ro-RO" sz="1500" b="0" i="0" dirty="0">
                <a:effectLst/>
                <a:latin typeface="gg sans"/>
              </a:rPr>
              <a:t>) se deconectează, sesiunea </a:t>
            </a:r>
            <a:r>
              <a:rPr lang="ro-RO" sz="1500" b="0" i="0" dirty="0" err="1">
                <a:effectLst/>
                <a:latin typeface="gg sans"/>
              </a:rPr>
              <a:t>multiplayer</a:t>
            </a:r>
            <a:r>
              <a:rPr lang="ro-RO" sz="1500" b="0" i="0" dirty="0">
                <a:effectLst/>
                <a:latin typeface="gg sans"/>
              </a:rPr>
              <a:t> se termină pentru toți participanții implicați în acea conexiune, deoarece nu există un mecanism de rerutare a datelor, precum în rețelele moderne tip </a:t>
            </a:r>
            <a:r>
              <a:rPr lang="ro-RO" sz="1500" b="0" i="0" dirty="0" err="1">
                <a:effectLst/>
                <a:latin typeface="gg sans"/>
              </a:rPr>
              <a:t>mesh</a:t>
            </a:r>
            <a:r>
              <a:rPr lang="ro-RO" sz="1500" b="0" i="0" dirty="0">
                <a:effectLst/>
                <a:latin typeface="gg sans"/>
              </a:rPr>
              <a:t>.</a:t>
            </a:r>
            <a:endParaRPr lang="en-US" sz="1500" dirty="0"/>
          </a:p>
        </p:txBody>
      </p:sp>
      <p:pic>
        <p:nvPicPr>
          <p:cNvPr id="12" name="Imagine 11" descr="O imagine care conține peșteră, captură de ecran, Joc de PC, sol&#10;&#10;Descriere generată automat">
            <a:extLst>
              <a:ext uri="{FF2B5EF4-FFF2-40B4-BE49-F238E27FC236}">
                <a16:creationId xmlns:a16="http://schemas.microsoft.com/office/drawing/2014/main" id="{470D0395-6DCF-8DF5-4235-68CA0D6BC22B}"/>
              </a:ext>
            </a:extLst>
          </p:cNvPr>
          <p:cNvPicPr>
            <a:picLocks noChangeAspect="1"/>
          </p:cNvPicPr>
          <p:nvPr/>
        </p:nvPicPr>
        <p:blipFill>
          <a:blip r:embed="rId2"/>
          <a:stretch>
            <a:fillRect/>
          </a:stretch>
        </p:blipFill>
        <p:spPr>
          <a:xfrm>
            <a:off x="195073" y="914401"/>
            <a:ext cx="3328415" cy="4229100"/>
          </a:xfrm>
          <a:prstGeom prst="rect">
            <a:avLst/>
          </a:prstGeom>
        </p:spPr>
      </p:pic>
    </p:spTree>
    <p:extLst>
      <p:ext uri="{BB962C8B-B14F-4D97-AF65-F5344CB8AC3E}">
        <p14:creationId xmlns:p14="http://schemas.microsoft.com/office/powerpoint/2010/main" val="4294586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2121692" y="2166794"/>
            <a:ext cx="4607719" cy="1741742"/>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US" sz="4700" dirty="0" err="1"/>
              <a:t>Concluzii</a:t>
            </a:r>
            <a:endParaRPr sz="4700" dirty="0"/>
          </a:p>
        </p:txBody>
      </p:sp>
      <p:sp>
        <p:nvSpPr>
          <p:cNvPr id="2156" name="Google Shape;2156;p38"/>
          <p:cNvSpPr txBox="1">
            <a:spLocks noGrp="1"/>
          </p:cNvSpPr>
          <p:nvPr>
            <p:ph type="title" idx="2"/>
          </p:nvPr>
        </p:nvSpPr>
        <p:spPr>
          <a:xfrm>
            <a:off x="2941752" y="1096994"/>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ro-RO" dirty="0"/>
              <a:t>08</a:t>
            </a:r>
            <a:endParaRPr dirty="0"/>
          </a:p>
        </p:txBody>
      </p:sp>
    </p:spTree>
    <p:extLst>
      <p:ext uri="{BB962C8B-B14F-4D97-AF65-F5344CB8AC3E}">
        <p14:creationId xmlns:p14="http://schemas.microsoft.com/office/powerpoint/2010/main" val="4383541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0E773-4466-F8F4-EAE7-C73F813C0371}"/>
              </a:ext>
            </a:extLst>
          </p:cNvPr>
          <p:cNvSpPr>
            <a:spLocks noGrp="1"/>
          </p:cNvSpPr>
          <p:nvPr>
            <p:ph type="title"/>
          </p:nvPr>
        </p:nvSpPr>
        <p:spPr>
          <a:xfrm>
            <a:off x="1816608" y="-170688"/>
            <a:ext cx="5998464" cy="4315968"/>
          </a:xfrm>
        </p:spPr>
        <p:txBody>
          <a:bodyPr/>
          <a:lstStyle/>
          <a:p>
            <a:pPr algn="l" fontAlgn="base"/>
            <a:r>
              <a:rPr lang="ro-RO" sz="1800" dirty="0">
                <a:solidFill>
                  <a:srgbClr val="000000"/>
                </a:solidFill>
                <a:latin typeface="gg sans"/>
              </a:rPr>
              <a:t>J</a:t>
            </a:r>
            <a:r>
              <a:rPr lang="ro-RO" sz="1800" b="0" i="0" dirty="0">
                <a:solidFill>
                  <a:srgbClr val="000000"/>
                </a:solidFill>
                <a:latin typeface="gg sans"/>
              </a:rPr>
              <a:t>ocurile P2P, deși nu lipsite de provocări, prezintă un pas convingător pentru viitorul experiențelor </a:t>
            </a:r>
            <a:r>
              <a:rPr lang="ro-RO" sz="1800" b="0" i="0" dirty="0" err="1">
                <a:solidFill>
                  <a:srgbClr val="000000"/>
                </a:solidFill>
                <a:latin typeface="gg sans"/>
              </a:rPr>
              <a:t>multiplayer</a:t>
            </a:r>
            <a:r>
              <a:rPr lang="ro-RO" sz="1800" b="0" i="0" dirty="0">
                <a:solidFill>
                  <a:srgbClr val="000000"/>
                </a:solidFill>
                <a:latin typeface="gg sans"/>
              </a:rPr>
              <a:t>. Pe măsură ce tehnologia evoluează, este plauzibil ca multe dintre problemele inițiale cu care se confruntă în prezent P2P să fie rezolvate. Reziliența, </a:t>
            </a:r>
            <a:r>
              <a:rPr lang="ro-RO" sz="1800" b="0" i="0" dirty="0" err="1">
                <a:solidFill>
                  <a:srgbClr val="000000"/>
                </a:solidFill>
                <a:latin typeface="gg sans"/>
              </a:rPr>
              <a:t>scalabilitatea</a:t>
            </a:r>
            <a:r>
              <a:rPr lang="ro-RO" sz="1800" b="0" i="0" dirty="0">
                <a:solidFill>
                  <a:srgbClr val="000000"/>
                </a:solidFill>
                <a:latin typeface="gg sans"/>
              </a:rPr>
              <a:t> și sustenabilitatea inerente ale P2P îl transformă într-un competitor demn în arena jocurilor. În contextul în care lumea noastră se confruntă cu provocări de mediu, este esențial să adoptăm soluții care echilibrează plăcerea cu responsabilitatea, iar jocurile P2P reprezintă un pas în direcția corectă.</a:t>
            </a:r>
          </a:p>
        </p:txBody>
      </p:sp>
    </p:spTree>
    <p:extLst>
      <p:ext uri="{BB962C8B-B14F-4D97-AF65-F5344CB8AC3E}">
        <p14:creationId xmlns:p14="http://schemas.microsoft.com/office/powerpoint/2010/main" val="13327877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949"/>
        <p:cNvGrpSpPr/>
        <p:nvPr/>
      </p:nvGrpSpPr>
      <p:grpSpPr>
        <a:xfrm>
          <a:off x="0" y="0"/>
          <a:ext cx="0" cy="0"/>
          <a:chOff x="0" y="0"/>
          <a:chExt cx="0" cy="0"/>
        </a:xfrm>
      </p:grpSpPr>
      <p:sp>
        <p:nvSpPr>
          <p:cNvPr id="4950" name="Google Shape;4950;p65"/>
          <p:cNvSpPr txBox="1">
            <a:spLocks noGrp="1"/>
          </p:cNvSpPr>
          <p:nvPr>
            <p:ph type="body" idx="1"/>
          </p:nvPr>
        </p:nvSpPr>
        <p:spPr>
          <a:xfrm>
            <a:off x="1214438" y="964406"/>
            <a:ext cx="6736556" cy="3806844"/>
          </a:xfrm>
          <a:prstGeom prst="rect">
            <a:avLst/>
          </a:prstGeom>
        </p:spPr>
        <p:txBody>
          <a:bodyPr spcFirstLastPara="1" wrap="square" lIns="91425" tIns="91425" rIns="91425" bIns="91425" anchor="t" anchorCtr="0">
            <a:noAutofit/>
          </a:bodyPr>
          <a:lstStyle/>
          <a:p>
            <a:pPr marL="285750" indent="-285750"/>
            <a:r>
              <a:rPr lang="ro-RO" sz="1600" dirty="0">
                <a:solidFill>
                  <a:schemeClr val="accent1"/>
                </a:solidFill>
                <a:latin typeface="Barlow Semi Condensed Medium"/>
                <a:ea typeface="Barlow Semi Condensed Medium"/>
                <a:cs typeface="Barlow Semi Condensed Medium"/>
                <a:sym typeface="Barlow Semi Condensed Medium"/>
                <a:hlinkClick r:id="rId3"/>
              </a:rPr>
              <a:t>https://medium.com/tashi-gg/peer-to-peer-gaming-9991600c6707</a:t>
            </a:r>
            <a:endParaRPr lang="ro-RO" sz="1600" dirty="0">
              <a:solidFill>
                <a:schemeClr val="accent1"/>
              </a:solidFill>
              <a:latin typeface="Barlow Semi Condensed Medium"/>
              <a:ea typeface="Barlow Semi Condensed Medium"/>
              <a:cs typeface="Barlow Semi Condensed Medium"/>
              <a:sym typeface="Barlow Semi Condensed Medium"/>
            </a:endParaRPr>
          </a:p>
          <a:p>
            <a:pPr marL="285750" indent="-285750"/>
            <a:r>
              <a:rPr lang="ro-RO" sz="1600" dirty="0">
                <a:solidFill>
                  <a:schemeClr val="accent1"/>
                </a:solidFill>
                <a:latin typeface="Barlow Semi Condensed Medium"/>
                <a:ea typeface="Barlow Semi Condensed Medium"/>
                <a:cs typeface="Barlow Semi Condensed Medium"/>
                <a:sym typeface="Barlow Semi Condensed Medium"/>
                <a:hlinkClick r:id="rId4"/>
              </a:rPr>
              <a:t>https://www.servers.com/news/blog/differences-between-peer-to-peer-and-dedicated-game-server-hosting</a:t>
            </a:r>
            <a:endParaRPr lang="ro-RO" sz="1600" dirty="0">
              <a:solidFill>
                <a:schemeClr val="accent1"/>
              </a:solidFill>
              <a:latin typeface="Barlow Semi Condensed Medium"/>
              <a:ea typeface="Barlow Semi Condensed Medium"/>
              <a:cs typeface="Barlow Semi Condensed Medium"/>
              <a:sym typeface="Barlow Semi Condensed Medium"/>
            </a:endParaRPr>
          </a:p>
          <a:p>
            <a:pPr marL="285750" indent="-285750"/>
            <a:r>
              <a:rPr lang="ro-RO" sz="1600" dirty="0">
                <a:solidFill>
                  <a:schemeClr val="accent1"/>
                </a:solidFill>
                <a:latin typeface="Barlow Semi Condensed Medium"/>
                <a:ea typeface="Barlow Semi Condensed Medium"/>
                <a:cs typeface="Barlow Semi Condensed Medium"/>
                <a:sym typeface="Barlow Semi Condensed Medium"/>
                <a:hlinkClick r:id="rId5"/>
              </a:rPr>
              <a:t>https://www.ubisoft.com/en-us/help/connectivity-and-performance/article/information-about-peer-to-peer-games-on-pc/000096213</a:t>
            </a:r>
            <a:endParaRPr lang="ro-RO" sz="1600" dirty="0">
              <a:solidFill>
                <a:schemeClr val="accent1"/>
              </a:solidFill>
              <a:latin typeface="Barlow Semi Condensed Medium"/>
              <a:ea typeface="Barlow Semi Condensed Medium"/>
              <a:cs typeface="Barlow Semi Condensed Medium"/>
              <a:sym typeface="Barlow Semi Condensed Medium"/>
            </a:endParaRPr>
          </a:p>
          <a:p>
            <a:pPr marL="285750" indent="-285750"/>
            <a:r>
              <a:rPr lang="ro-RO" sz="1600" dirty="0">
                <a:solidFill>
                  <a:schemeClr val="accent1"/>
                </a:solidFill>
                <a:latin typeface="Barlow Semi Condensed Medium"/>
                <a:ea typeface="Barlow Semi Condensed Medium"/>
                <a:cs typeface="Barlow Semi Condensed Medium"/>
                <a:sym typeface="Barlow Semi Condensed Medium"/>
                <a:hlinkClick r:id="rId6"/>
              </a:rPr>
              <a:t>https://medium.com/tashi-gg/mesh-multiplayer-gaming-the-next-step-of-collaborative-play-a720e1e08089</a:t>
            </a:r>
            <a:endParaRPr lang="ro-RO" sz="1600" dirty="0">
              <a:solidFill>
                <a:schemeClr val="accent1"/>
              </a:solidFill>
              <a:latin typeface="Barlow Semi Condensed Medium"/>
              <a:ea typeface="Barlow Semi Condensed Medium"/>
              <a:cs typeface="Barlow Semi Condensed Medium"/>
              <a:sym typeface="Barlow Semi Condensed Medium"/>
            </a:endParaRPr>
          </a:p>
          <a:p>
            <a:pPr marL="285750" indent="-285750"/>
            <a:r>
              <a:rPr lang="ro-RO" sz="1600" dirty="0">
                <a:solidFill>
                  <a:schemeClr val="accent1"/>
                </a:solidFill>
                <a:latin typeface="Barlow Semi Condensed Medium"/>
                <a:ea typeface="Barlow Semi Condensed Medium"/>
                <a:cs typeface="Barlow Semi Condensed Medium"/>
                <a:sym typeface="Barlow Semi Condensed Medium"/>
                <a:hlinkClick r:id="rId7"/>
              </a:rPr>
              <a:t>https://onrpg.com/categories/p2p-games/</a:t>
            </a:r>
            <a:endParaRPr lang="ro-RO" sz="1600" dirty="0">
              <a:solidFill>
                <a:schemeClr val="accent1"/>
              </a:solidFill>
              <a:latin typeface="Barlow Semi Condensed Medium"/>
              <a:ea typeface="Barlow Semi Condensed Medium"/>
              <a:cs typeface="Barlow Semi Condensed Medium"/>
              <a:sym typeface="Barlow Semi Condensed Medium"/>
            </a:endParaRPr>
          </a:p>
          <a:p>
            <a:pPr marL="285750" indent="-285750"/>
            <a:r>
              <a:rPr lang="ro-RO" sz="1600" dirty="0">
                <a:solidFill>
                  <a:schemeClr val="accent1"/>
                </a:solidFill>
                <a:latin typeface="Barlow Semi Condensed Medium"/>
                <a:ea typeface="Barlow Semi Condensed Medium"/>
                <a:cs typeface="Barlow Semi Condensed Medium"/>
                <a:sym typeface="Barlow Semi Condensed Medium"/>
                <a:hlinkClick r:id="rId8"/>
              </a:rPr>
              <a:t>https://vgkami.com/what-is-peer-to-peer-gaming-and-how-does-it-work/</a:t>
            </a:r>
            <a:endParaRPr lang="ro-RO" sz="1600" dirty="0">
              <a:solidFill>
                <a:schemeClr val="accent1"/>
              </a:solidFill>
              <a:latin typeface="Barlow Semi Condensed Medium"/>
              <a:ea typeface="Barlow Semi Condensed Medium"/>
              <a:cs typeface="Barlow Semi Condensed Medium"/>
              <a:sym typeface="Barlow Semi Condensed Medium"/>
            </a:endParaRPr>
          </a:p>
          <a:p>
            <a:pPr marL="285750" indent="-285750"/>
            <a:r>
              <a:rPr lang="ro-RO" sz="1600" dirty="0">
                <a:solidFill>
                  <a:schemeClr val="accent1"/>
                </a:solidFill>
                <a:latin typeface="Barlow Semi Condensed Medium"/>
                <a:ea typeface="Barlow Semi Condensed Medium"/>
                <a:cs typeface="Barlow Semi Condensed Medium"/>
                <a:sym typeface="Barlow Semi Condensed Medium"/>
                <a:hlinkClick r:id="rId9"/>
              </a:rPr>
              <a:t>https://www.liquidweb.com/blog/peer-to-peer-vs-dedicated-server/</a:t>
            </a:r>
            <a:endParaRPr lang="ro-RO" sz="1600" dirty="0">
              <a:solidFill>
                <a:schemeClr val="accent1"/>
              </a:solidFill>
              <a:latin typeface="Barlow Semi Condensed Medium"/>
              <a:ea typeface="Barlow Semi Condensed Medium"/>
              <a:cs typeface="Barlow Semi Condensed Medium"/>
              <a:sym typeface="Barlow Semi Condensed Medium"/>
            </a:endParaRPr>
          </a:p>
          <a:p>
            <a:pPr marL="285750" indent="-285750"/>
            <a:r>
              <a:rPr lang="ro-RO" sz="1600" dirty="0">
                <a:solidFill>
                  <a:schemeClr val="accent1"/>
                </a:solidFill>
                <a:latin typeface="Barlow Semi Condensed Medium"/>
                <a:ea typeface="Barlow Semi Condensed Medium"/>
                <a:cs typeface="Barlow Semi Condensed Medium"/>
                <a:sym typeface="Barlow Semi Condensed Medium"/>
                <a:hlinkClick r:id="rId10"/>
              </a:rPr>
              <a:t>https://ably.com/blog/peer-to-peer-game-with-pub-sub</a:t>
            </a:r>
            <a:endParaRPr lang="ro-RO" sz="1600" dirty="0">
              <a:solidFill>
                <a:schemeClr val="accent1"/>
              </a:solidFill>
              <a:latin typeface="Barlow Semi Condensed Medium"/>
              <a:ea typeface="Barlow Semi Condensed Medium"/>
              <a:cs typeface="Barlow Semi Condensed Medium"/>
              <a:sym typeface="Barlow Semi Condensed Medium"/>
            </a:endParaRPr>
          </a:p>
        </p:txBody>
      </p:sp>
      <p:sp>
        <p:nvSpPr>
          <p:cNvPr id="4952" name="Google Shape;4952;p65"/>
          <p:cNvSpPr txBox="1">
            <a:spLocks noGrp="1"/>
          </p:cNvSpPr>
          <p:nvPr>
            <p:ph type="title"/>
          </p:nvPr>
        </p:nvSpPr>
        <p:spPr>
          <a:xfrm>
            <a:off x="1297019" y="288321"/>
            <a:ext cx="4087500" cy="576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ro-RO" dirty="0"/>
              <a:t>Bibliografie</a:t>
            </a:r>
            <a:endParaRPr dirty="0"/>
          </a:p>
        </p:txBody>
      </p:sp>
    </p:spTree>
    <p:extLst>
      <p:ext uri="{BB962C8B-B14F-4D97-AF65-F5344CB8AC3E}">
        <p14:creationId xmlns:p14="http://schemas.microsoft.com/office/powerpoint/2010/main" val="430034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04"/>
        <p:cNvGrpSpPr/>
        <p:nvPr/>
      </p:nvGrpSpPr>
      <p:grpSpPr>
        <a:xfrm>
          <a:off x="0" y="0"/>
          <a:ext cx="0" cy="0"/>
          <a:chOff x="0" y="0"/>
          <a:chExt cx="0" cy="0"/>
        </a:xfrm>
      </p:grpSpPr>
      <p:sp>
        <p:nvSpPr>
          <p:cNvPr id="3605" name="Google Shape;3605;p63"/>
          <p:cNvSpPr txBox="1">
            <a:spLocks noGrp="1"/>
          </p:cNvSpPr>
          <p:nvPr>
            <p:ph type="title"/>
          </p:nvPr>
        </p:nvSpPr>
        <p:spPr>
          <a:xfrm>
            <a:off x="2103150" y="1648492"/>
            <a:ext cx="4937700" cy="1079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7200" dirty="0"/>
              <a:t>Multumim!</a:t>
            </a:r>
            <a:endParaRPr sz="7200" dirty="0"/>
          </a:p>
        </p:txBody>
      </p:sp>
      <p:pic>
        <p:nvPicPr>
          <p:cNvPr id="5" name="Picture 4">
            <a:extLst>
              <a:ext uri="{FF2B5EF4-FFF2-40B4-BE49-F238E27FC236}">
                <a16:creationId xmlns:a16="http://schemas.microsoft.com/office/drawing/2014/main" id="{8B1C8266-F26D-5FC2-3CD3-BD86A9545336}"/>
              </a:ext>
            </a:extLst>
          </p:cNvPr>
          <p:cNvPicPr>
            <a:picLocks noChangeAspect="1"/>
          </p:cNvPicPr>
          <p:nvPr/>
        </p:nvPicPr>
        <p:blipFill>
          <a:blip r:embed="rId3"/>
          <a:stretch>
            <a:fillRect/>
          </a:stretch>
        </p:blipFill>
        <p:spPr>
          <a:xfrm>
            <a:off x="2485621" y="3574113"/>
            <a:ext cx="4043766" cy="1079100"/>
          </a:xfrm>
          <a:prstGeom prst="rect">
            <a:avLst/>
          </a:prstGeom>
        </p:spPr>
      </p:pic>
    </p:spTree>
    <p:extLst>
      <p:ext uri="{BB962C8B-B14F-4D97-AF65-F5344CB8AC3E}">
        <p14:creationId xmlns:p14="http://schemas.microsoft.com/office/powerpoint/2010/main" val="1082439751"/>
      </p:ext>
    </p:extLst>
  </p:cSld>
  <p:clrMapOvr>
    <a:masterClrMapping/>
  </p:clrMapOvr>
</p:sld>
</file>

<file path=ppt/theme/theme1.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461</TotalTime>
  <Words>1193</Words>
  <Application>Microsoft Office PowerPoint</Application>
  <PresentationFormat>Expunere pe ecran (16:9)</PresentationFormat>
  <Paragraphs>104</Paragraphs>
  <Slides>23</Slides>
  <Notes>21</Notes>
  <HiddenSlides>0</HiddenSlides>
  <MMClips>0</MMClips>
  <ScaleCrop>false</ScaleCrop>
  <HeadingPairs>
    <vt:vector size="6" baseType="variant">
      <vt:variant>
        <vt:lpstr>Fonturi utilizate</vt:lpstr>
      </vt:variant>
      <vt:variant>
        <vt:i4>9</vt:i4>
      </vt:variant>
      <vt:variant>
        <vt:lpstr>Temă</vt:lpstr>
      </vt:variant>
      <vt:variant>
        <vt:i4>1</vt:i4>
      </vt:variant>
      <vt:variant>
        <vt:lpstr>Titluri diapozitive</vt:lpstr>
      </vt:variant>
      <vt:variant>
        <vt:i4>23</vt:i4>
      </vt:variant>
    </vt:vector>
  </HeadingPairs>
  <TitlesOfParts>
    <vt:vector size="33" baseType="lpstr">
      <vt:lpstr>Arial</vt:lpstr>
      <vt:lpstr>Barlow Semi Condensed Medium</vt:lpstr>
      <vt:lpstr>Fjalla One</vt:lpstr>
      <vt:lpstr>Barlow Semi Condensed</vt:lpstr>
      <vt:lpstr>sohne</vt:lpstr>
      <vt:lpstr>Wingdings</vt:lpstr>
      <vt:lpstr>gg sans</vt:lpstr>
      <vt:lpstr>Times New Roman</vt:lpstr>
      <vt:lpstr>Courier New</vt:lpstr>
      <vt:lpstr>Technology Consulting by Slidesgo</vt:lpstr>
      <vt:lpstr>Tehnici si mecanisme de multi-player folosite în cadrul jocurilor video: modelul peer-to-peer</vt:lpstr>
      <vt:lpstr>Table of Contents</vt:lpstr>
      <vt:lpstr>Introducere</vt:lpstr>
      <vt:lpstr>Ce sunt jocurile multiplayer?</vt:lpstr>
      <vt:lpstr>Tipuri de arhitecturi pentru jocuri multiplayer</vt:lpstr>
      <vt:lpstr>Prezentare PowerPoint</vt:lpstr>
      <vt:lpstr>Arhitectura peer-to-peer</vt:lpstr>
      <vt:lpstr>Ce este modelul peer-to-peer?</vt:lpstr>
      <vt:lpstr>Tipuri de structuri P2P</vt:lpstr>
      <vt:lpstr>Prezentare PowerPoint</vt:lpstr>
      <vt:lpstr>Tipuri de structuri peer-to-peer</vt:lpstr>
      <vt:lpstr>Avantaje</vt:lpstr>
      <vt:lpstr>Avantajele modelul peer-to-peer</vt:lpstr>
      <vt:lpstr>Dezavantaje</vt:lpstr>
      <vt:lpstr>Dezavantaje modelul peer-to-peer</vt:lpstr>
      <vt:lpstr>Mesh Multiplayer Gaming</vt:lpstr>
      <vt:lpstr>Mesh Multiplayer Gaming: Tashi Gaming’s Approach </vt:lpstr>
      <vt:lpstr>Studiu de caz</vt:lpstr>
      <vt:lpstr>Dark Souls</vt:lpstr>
      <vt:lpstr>Concluzii</vt:lpstr>
      <vt:lpstr>Jocurile P2P, deși nu lipsite de provocări, prezintă un pas convingător pentru viitorul experiențelor multiplayer. Pe măsură ce tehnologia evoluează, este plauzibil ca multe dintre problemele inițiale cu care se confruntă în prezent P2P să fie rezolvate. Reziliența, scalabilitatea și sustenabilitatea inerente ale P2P îl transformă într-un competitor demn în arena jocurilor. În contextul în care lumea noastră se confruntă cu provocări de mediu, este esențial să adoptăm soluții care echilibrează plăcerea cu responsabilitatea, iar jocurile P2P reprezintă un pas în direcția corectă.</vt:lpstr>
      <vt:lpstr>Bibliografie</vt:lpstr>
      <vt:lpstr>Multumim!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Tehnici si mecanisme de multi-player folosite în cadrul jocurilor video</dc:title>
  <cp:lastModifiedBy>Răzvan Mihăescu</cp:lastModifiedBy>
  <cp:revision>19</cp:revision>
  <dcterms:modified xsi:type="dcterms:W3CDTF">2024-12-15T20:32:37Z</dcterms:modified>
</cp:coreProperties>
</file>